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9" r:id="rId1"/>
  </p:sldMasterIdLst>
  <p:notesMasterIdLst>
    <p:notesMasterId r:id="rId48"/>
  </p:notesMasterIdLst>
  <p:sldIdLst>
    <p:sldId id="334" r:id="rId2"/>
    <p:sldId id="338" r:id="rId3"/>
    <p:sldId id="335" r:id="rId4"/>
    <p:sldId id="336" r:id="rId5"/>
    <p:sldId id="337" r:id="rId6"/>
    <p:sldId id="306" r:id="rId7"/>
    <p:sldId id="318" r:id="rId8"/>
    <p:sldId id="314" r:id="rId9"/>
    <p:sldId id="315" r:id="rId10"/>
    <p:sldId id="330" r:id="rId11"/>
    <p:sldId id="331" r:id="rId12"/>
    <p:sldId id="316" r:id="rId13"/>
    <p:sldId id="317" r:id="rId14"/>
    <p:sldId id="332" r:id="rId15"/>
    <p:sldId id="333" r:id="rId16"/>
    <p:sldId id="339" r:id="rId17"/>
    <p:sldId id="340" r:id="rId18"/>
    <p:sldId id="341" r:id="rId19"/>
    <p:sldId id="342" r:id="rId20"/>
    <p:sldId id="343" r:id="rId21"/>
    <p:sldId id="344" r:id="rId22"/>
    <p:sldId id="345" r:id="rId23"/>
    <p:sldId id="346" r:id="rId24"/>
    <p:sldId id="347" r:id="rId25"/>
    <p:sldId id="348" r:id="rId26"/>
    <p:sldId id="349" r:id="rId27"/>
    <p:sldId id="350" r:id="rId28"/>
    <p:sldId id="351" r:id="rId29"/>
    <p:sldId id="352" r:id="rId30"/>
    <p:sldId id="353" r:id="rId31"/>
    <p:sldId id="354" r:id="rId32"/>
    <p:sldId id="355" r:id="rId33"/>
    <p:sldId id="356" r:id="rId34"/>
    <p:sldId id="357" r:id="rId35"/>
    <p:sldId id="358" r:id="rId36"/>
    <p:sldId id="359" r:id="rId37"/>
    <p:sldId id="360" r:id="rId38"/>
    <p:sldId id="361" r:id="rId39"/>
    <p:sldId id="362" r:id="rId40"/>
    <p:sldId id="363" r:id="rId41"/>
    <p:sldId id="364" r:id="rId42"/>
    <p:sldId id="365" r:id="rId43"/>
    <p:sldId id="366" r:id="rId44"/>
    <p:sldId id="367" r:id="rId45"/>
    <p:sldId id="368" r:id="rId46"/>
    <p:sldId id="369" r:id="rId47"/>
  </p:sldIdLst>
  <p:sldSz cx="9144000" cy="6858000" type="screen4x3"/>
  <p:notesSz cx="6858000" cy="9144000"/>
  <p:defaultTextStyle>
    <a:defPPr>
      <a:defRPr lang="en-US"/>
    </a:defPPr>
    <a:lvl1pPr algn="l" rtl="0" fontAlgn="base">
      <a:spcBef>
        <a:spcPct val="0"/>
      </a:spcBef>
      <a:spcAft>
        <a:spcPct val="0"/>
      </a:spcAft>
      <a:defRPr sz="2400" kern="1200">
        <a:solidFill>
          <a:schemeClr val="tx1"/>
        </a:solidFill>
        <a:latin typeface="Times New Roman" pitchFamily="18" charset="0"/>
        <a:ea typeface="+mn-ea"/>
        <a:cs typeface="+mn-cs"/>
      </a:defRPr>
    </a:lvl1pPr>
    <a:lvl2pPr marL="457200" algn="l" rtl="0" fontAlgn="base">
      <a:spcBef>
        <a:spcPct val="0"/>
      </a:spcBef>
      <a:spcAft>
        <a:spcPct val="0"/>
      </a:spcAft>
      <a:defRPr sz="2400" kern="1200">
        <a:solidFill>
          <a:schemeClr val="tx1"/>
        </a:solidFill>
        <a:latin typeface="Times New Roman" pitchFamily="18" charset="0"/>
        <a:ea typeface="+mn-ea"/>
        <a:cs typeface="+mn-cs"/>
      </a:defRPr>
    </a:lvl2pPr>
    <a:lvl3pPr marL="914400" algn="l" rtl="0" fontAlgn="base">
      <a:spcBef>
        <a:spcPct val="0"/>
      </a:spcBef>
      <a:spcAft>
        <a:spcPct val="0"/>
      </a:spcAft>
      <a:defRPr sz="2400" kern="1200">
        <a:solidFill>
          <a:schemeClr val="tx1"/>
        </a:solidFill>
        <a:latin typeface="Times New Roman" pitchFamily="18" charset="0"/>
        <a:ea typeface="+mn-ea"/>
        <a:cs typeface="+mn-cs"/>
      </a:defRPr>
    </a:lvl3pPr>
    <a:lvl4pPr marL="1371600" algn="l" rtl="0" fontAlgn="base">
      <a:spcBef>
        <a:spcPct val="0"/>
      </a:spcBef>
      <a:spcAft>
        <a:spcPct val="0"/>
      </a:spcAft>
      <a:defRPr sz="2400" kern="1200">
        <a:solidFill>
          <a:schemeClr val="tx1"/>
        </a:solidFill>
        <a:latin typeface="Times New Roman" pitchFamily="18" charset="0"/>
        <a:ea typeface="+mn-ea"/>
        <a:cs typeface="+mn-cs"/>
      </a:defRPr>
    </a:lvl4pPr>
    <a:lvl5pPr marL="1828800" algn="l" rtl="0" fontAlgn="base">
      <a:spcBef>
        <a:spcPct val="0"/>
      </a:spcBef>
      <a:spcAft>
        <a:spcPct val="0"/>
      </a:spcAft>
      <a:defRPr sz="2400" kern="1200">
        <a:solidFill>
          <a:schemeClr val="tx1"/>
        </a:solidFill>
        <a:latin typeface="Times New Roman" pitchFamily="18" charset="0"/>
        <a:ea typeface="+mn-ea"/>
        <a:cs typeface="+mn-cs"/>
      </a:defRPr>
    </a:lvl5pPr>
    <a:lvl6pPr marL="2286000" algn="l" defTabSz="914400" rtl="0" eaLnBrk="1" latinLnBrk="0" hangingPunct="1">
      <a:defRPr sz="2400" kern="1200">
        <a:solidFill>
          <a:schemeClr val="tx1"/>
        </a:solidFill>
        <a:latin typeface="Times New Roman" pitchFamily="18" charset="0"/>
        <a:ea typeface="+mn-ea"/>
        <a:cs typeface="+mn-cs"/>
      </a:defRPr>
    </a:lvl6pPr>
    <a:lvl7pPr marL="2743200" algn="l" defTabSz="914400" rtl="0" eaLnBrk="1" latinLnBrk="0" hangingPunct="1">
      <a:defRPr sz="2400" kern="1200">
        <a:solidFill>
          <a:schemeClr val="tx1"/>
        </a:solidFill>
        <a:latin typeface="Times New Roman" pitchFamily="18" charset="0"/>
        <a:ea typeface="+mn-ea"/>
        <a:cs typeface="+mn-cs"/>
      </a:defRPr>
    </a:lvl7pPr>
    <a:lvl8pPr marL="3200400" algn="l" defTabSz="914400" rtl="0" eaLnBrk="1" latinLnBrk="0" hangingPunct="1">
      <a:defRPr sz="2400" kern="1200">
        <a:solidFill>
          <a:schemeClr val="tx1"/>
        </a:solidFill>
        <a:latin typeface="Times New Roman" pitchFamily="18" charset="0"/>
        <a:ea typeface="+mn-ea"/>
        <a:cs typeface="+mn-cs"/>
      </a:defRPr>
    </a:lvl8pPr>
    <a:lvl9pPr marL="3657600" algn="l" defTabSz="914400" rtl="0" eaLnBrk="1" latinLnBrk="0" hangingPunct="1">
      <a:defRPr sz="2400" kern="1200">
        <a:solidFill>
          <a:schemeClr val="tx1"/>
        </a:solidFill>
        <a:latin typeface="Times New Roman" pitchFamily="18" charset="0"/>
        <a:ea typeface="+mn-ea"/>
        <a:cs typeface="+mn-cs"/>
      </a:defRPr>
    </a:lvl9pPr>
  </p:defaultTextStyle>
  <p:extLst>
    <p:ext uri="{EFAFB233-063F-42B5-8137-9DF3F51BA10A}">
      <p15:sldGuideLst xmlns:p15="http://schemas.microsoft.com/office/powerpoint/2012/main">
        <p15:guide id="1" orient="horz" pos="432">
          <p15:clr>
            <a:srgbClr val="A4A3A4"/>
          </p15:clr>
        </p15:guide>
        <p15:guide id="2" pos="432">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6600"/>
    <a:srgbClr val="FF3300"/>
    <a:srgbClr val="FF9900"/>
    <a:srgbClr val="009900"/>
    <a:srgbClr val="FF9933"/>
    <a:srgbClr val="0066CC"/>
    <a:srgbClr val="0033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0483" autoAdjust="0"/>
    <p:restoredTop sz="94665" autoAdjust="0"/>
  </p:normalViewPr>
  <p:slideViewPr>
    <p:cSldViewPr>
      <p:cViewPr varScale="1">
        <p:scale>
          <a:sx n="124" d="100"/>
          <a:sy n="124" d="100"/>
        </p:scale>
        <p:origin x="960" y="168"/>
      </p:cViewPr>
      <p:guideLst>
        <p:guide orient="horz" pos="432"/>
        <p:guide pos="432"/>
      </p:guideLst>
    </p:cSldViewPr>
  </p:slideViewPr>
  <p:outlineViewPr>
    <p:cViewPr>
      <p:scale>
        <a:sx n="33" d="100"/>
        <a:sy n="33" d="100"/>
      </p:scale>
      <p:origin x="0" y="0"/>
    </p:cViewPr>
    <p:sldLst>
      <p:sld r:id="rId1" collapse="1"/>
      <p:sld r:id="rId2" collapse="1"/>
      <p:sld r:id="rId3" collapse="1"/>
      <p:sld r:id="rId4" collapse="1"/>
      <p:sld r:id="rId5" collapse="1"/>
    </p:sldLst>
  </p:outlineViewPr>
  <p:notesTextViewPr>
    <p:cViewPr>
      <p:scale>
        <a:sx n="100" d="100"/>
        <a:sy n="100" d="100"/>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_rels/viewProps.xml.rels><?xml version="1.0" encoding="UTF-8" standalone="yes"?>
<Relationships xmlns="http://schemas.openxmlformats.org/package/2006/relationships"><Relationship Id="rId3" Type="http://schemas.openxmlformats.org/officeDocument/2006/relationships/slide" Target="slides/slide14.xml"/><Relationship Id="rId2" Type="http://schemas.openxmlformats.org/officeDocument/2006/relationships/slide" Target="slides/slide12.xml"/><Relationship Id="rId1" Type="http://schemas.openxmlformats.org/officeDocument/2006/relationships/slide" Target="slides/slide10.xml"/><Relationship Id="rId5" Type="http://schemas.openxmlformats.org/officeDocument/2006/relationships/slide" Target="slides/slide30.xml"/><Relationship Id="rId4" Type="http://schemas.openxmlformats.org/officeDocument/2006/relationships/slide" Target="slides/slide20.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D13864F3-0036-4F4D-A500-0DC40BA36FCC}" type="doc">
      <dgm:prSet loTypeId="urn:microsoft.com/office/officeart/2005/8/layout/orgChart1" loCatId="hierarchy" qsTypeId="urn:microsoft.com/office/officeart/2005/8/quickstyle/simple1" qsCatId="simple" csTypeId="urn:microsoft.com/office/officeart/2005/8/colors/accent1_2" csCatId="accent1"/>
      <dgm:spPr/>
    </dgm:pt>
    <dgm:pt modelId="{94EBC52A-8AC5-CA4C-8309-DABD3BB83E6E}">
      <dgm:prSet/>
      <dgm:spPr/>
      <dgm:t>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b="0" i="0" u="none" strike="noStrike" cap="none" normalizeH="0" baseline="0" dirty="0">
              <a:ln>
                <a:noFill/>
              </a:ln>
              <a:solidFill>
                <a:schemeClr val="tx1"/>
              </a:solidFill>
              <a:effectLst/>
              <a:latin typeface="Tahoma" panose="020B0604030504040204" pitchFamily="34" charset="0"/>
            </a:rPr>
            <a:t>Bhava</a:t>
          </a:r>
        </a:p>
      </dgm:t>
    </dgm:pt>
    <dgm:pt modelId="{480B6F4F-3EAF-7048-BFC5-C72C8018F21F}" type="parTrans" cxnId="{D0011EDA-5C85-E44E-8AB5-E7907AE03860}">
      <dgm:prSet/>
      <dgm:spPr/>
      <dgm:t>
        <a:bodyPr/>
        <a:lstStyle/>
        <a:p>
          <a:endParaRPr lang="en-US">
            <a:solidFill>
              <a:schemeClr val="tx1"/>
            </a:solidFill>
          </a:endParaRPr>
        </a:p>
      </dgm:t>
    </dgm:pt>
    <dgm:pt modelId="{9D9B12D3-3757-1B4A-82C2-84623BA85493}" type="sibTrans" cxnId="{D0011EDA-5C85-E44E-8AB5-E7907AE03860}">
      <dgm:prSet/>
      <dgm:spPr/>
      <dgm:t>
        <a:bodyPr/>
        <a:lstStyle/>
        <a:p>
          <a:endParaRPr lang="en-US">
            <a:solidFill>
              <a:schemeClr val="tx1"/>
            </a:solidFill>
          </a:endParaRPr>
        </a:p>
      </dgm:t>
    </dgm:pt>
    <dgm:pt modelId="{09785447-B35E-994E-A8B3-70B83D0EA4CC}">
      <dgm:prSet/>
      <dgm:spPr/>
      <dgm:t>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b="0" i="0" u="none" strike="noStrike" cap="none" normalizeH="0" baseline="0">
              <a:ln>
                <a:noFill/>
              </a:ln>
              <a:solidFill>
                <a:schemeClr val="tx1"/>
              </a:solidFill>
              <a:effectLst/>
              <a:latin typeface="Tahoma" panose="020B0604030504040204" pitchFamily="34" charset="0"/>
            </a:rPr>
            <a:t>Sthayi</a:t>
          </a:r>
        </a:p>
      </dgm:t>
    </dgm:pt>
    <dgm:pt modelId="{81AB7B45-F512-7C41-B3C7-6577C4CF72F9}" type="parTrans" cxnId="{C5D35CC8-368B-2647-AB03-AE6793832487}">
      <dgm:prSet/>
      <dgm:spPr/>
      <dgm:t>
        <a:bodyPr/>
        <a:lstStyle/>
        <a:p>
          <a:endParaRPr lang="en-US">
            <a:solidFill>
              <a:schemeClr val="tx1"/>
            </a:solidFill>
          </a:endParaRPr>
        </a:p>
      </dgm:t>
    </dgm:pt>
    <dgm:pt modelId="{482DC423-7C95-474A-A6A7-B5E9E1206BBE}" type="sibTrans" cxnId="{C5D35CC8-368B-2647-AB03-AE6793832487}">
      <dgm:prSet/>
      <dgm:spPr/>
      <dgm:t>
        <a:bodyPr/>
        <a:lstStyle/>
        <a:p>
          <a:endParaRPr lang="en-US">
            <a:solidFill>
              <a:schemeClr val="tx1"/>
            </a:solidFill>
          </a:endParaRPr>
        </a:p>
      </dgm:t>
    </dgm:pt>
    <dgm:pt modelId="{CE33CCD8-526D-4846-975B-7AF4A5290A24}">
      <dgm:prSet/>
      <dgm:spPr/>
      <dgm:t>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b="0" i="0" u="none" strike="noStrike" cap="none" normalizeH="0" baseline="0">
              <a:ln>
                <a:noFill/>
              </a:ln>
              <a:solidFill>
                <a:schemeClr val="tx1"/>
              </a:solidFill>
              <a:effectLst/>
              <a:latin typeface="Tahoma" panose="020B0604030504040204" pitchFamily="34" charset="0"/>
            </a:rPr>
            <a:t>Vyabhichari</a:t>
          </a:r>
        </a:p>
      </dgm:t>
    </dgm:pt>
    <dgm:pt modelId="{CB326E06-F2D7-3747-8242-DC8A4DCD6C30}" type="parTrans" cxnId="{03C5153D-9C68-E940-9F82-42B98FFDE009}">
      <dgm:prSet/>
      <dgm:spPr/>
      <dgm:t>
        <a:bodyPr/>
        <a:lstStyle/>
        <a:p>
          <a:endParaRPr lang="en-US">
            <a:solidFill>
              <a:schemeClr val="tx1"/>
            </a:solidFill>
          </a:endParaRPr>
        </a:p>
      </dgm:t>
    </dgm:pt>
    <dgm:pt modelId="{980F85B5-720E-D54B-9DA2-F1BD27577913}" type="sibTrans" cxnId="{03C5153D-9C68-E940-9F82-42B98FFDE009}">
      <dgm:prSet/>
      <dgm:spPr/>
      <dgm:t>
        <a:bodyPr/>
        <a:lstStyle/>
        <a:p>
          <a:endParaRPr lang="en-US">
            <a:solidFill>
              <a:schemeClr val="tx1"/>
            </a:solidFill>
          </a:endParaRPr>
        </a:p>
      </dgm:t>
    </dgm:pt>
    <dgm:pt modelId="{A8315BA4-8A7C-5E46-97CD-180DEF32D892}">
      <dgm:prSet/>
      <dgm:spPr/>
      <dgm:t>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b="0" i="0" u="none" strike="noStrike" cap="none" normalizeH="0" baseline="0">
              <a:ln>
                <a:noFill/>
              </a:ln>
              <a:solidFill>
                <a:schemeClr val="tx1"/>
              </a:solidFill>
              <a:effectLst/>
              <a:latin typeface="Tahoma" panose="020B0604030504040204" pitchFamily="34" charset="0"/>
            </a:rPr>
            <a:t>Sattvika</a:t>
          </a:r>
        </a:p>
      </dgm:t>
    </dgm:pt>
    <dgm:pt modelId="{BE51C4FC-F615-774D-9E1C-FEA42B18CA58}" type="parTrans" cxnId="{A0C1B220-1B41-984B-89F5-F38A64B3F9AB}">
      <dgm:prSet/>
      <dgm:spPr/>
      <dgm:t>
        <a:bodyPr/>
        <a:lstStyle/>
        <a:p>
          <a:endParaRPr lang="en-US">
            <a:solidFill>
              <a:schemeClr val="tx1"/>
            </a:solidFill>
          </a:endParaRPr>
        </a:p>
      </dgm:t>
    </dgm:pt>
    <dgm:pt modelId="{55021232-49DA-294B-A63A-79544D21C0B1}" type="sibTrans" cxnId="{A0C1B220-1B41-984B-89F5-F38A64B3F9AB}">
      <dgm:prSet/>
      <dgm:spPr/>
      <dgm:t>
        <a:bodyPr/>
        <a:lstStyle/>
        <a:p>
          <a:endParaRPr lang="en-US">
            <a:solidFill>
              <a:schemeClr val="tx1"/>
            </a:solidFill>
          </a:endParaRPr>
        </a:p>
      </dgm:t>
    </dgm:pt>
    <dgm:pt modelId="{58B1BDF1-F2F5-254D-994A-0DBE37B0A835}" type="pres">
      <dgm:prSet presAssocID="{D13864F3-0036-4F4D-A500-0DC40BA36FCC}" presName="hierChild1" presStyleCnt="0">
        <dgm:presLayoutVars>
          <dgm:orgChart val="1"/>
          <dgm:chPref val="1"/>
          <dgm:dir/>
          <dgm:animOne val="branch"/>
          <dgm:animLvl val="lvl"/>
          <dgm:resizeHandles/>
        </dgm:presLayoutVars>
      </dgm:prSet>
      <dgm:spPr/>
    </dgm:pt>
    <dgm:pt modelId="{CDE6A676-0034-4849-BA6A-976EB04946BE}" type="pres">
      <dgm:prSet presAssocID="{94EBC52A-8AC5-CA4C-8309-DABD3BB83E6E}" presName="hierRoot1" presStyleCnt="0">
        <dgm:presLayoutVars>
          <dgm:hierBranch/>
        </dgm:presLayoutVars>
      </dgm:prSet>
      <dgm:spPr/>
    </dgm:pt>
    <dgm:pt modelId="{8BB06731-EA2D-AA48-A1D8-FECDD0371970}" type="pres">
      <dgm:prSet presAssocID="{94EBC52A-8AC5-CA4C-8309-DABD3BB83E6E}" presName="rootComposite1" presStyleCnt="0"/>
      <dgm:spPr/>
    </dgm:pt>
    <dgm:pt modelId="{4730C53D-0CE7-B440-B8A7-9954505A3BDA}" type="pres">
      <dgm:prSet presAssocID="{94EBC52A-8AC5-CA4C-8309-DABD3BB83E6E}" presName="rootText1" presStyleLbl="node0" presStyleIdx="0" presStyleCnt="1">
        <dgm:presLayoutVars>
          <dgm:chPref val="3"/>
        </dgm:presLayoutVars>
      </dgm:prSet>
      <dgm:spPr/>
    </dgm:pt>
    <dgm:pt modelId="{2D0B1C3C-3B72-C644-A73C-8F337CDC5072}" type="pres">
      <dgm:prSet presAssocID="{94EBC52A-8AC5-CA4C-8309-DABD3BB83E6E}" presName="rootConnector1" presStyleLbl="node1" presStyleIdx="0" presStyleCnt="0"/>
      <dgm:spPr/>
    </dgm:pt>
    <dgm:pt modelId="{124DF966-6163-7D47-A86E-C5471661C2EF}" type="pres">
      <dgm:prSet presAssocID="{94EBC52A-8AC5-CA4C-8309-DABD3BB83E6E}" presName="hierChild2" presStyleCnt="0"/>
      <dgm:spPr/>
    </dgm:pt>
    <dgm:pt modelId="{45081726-1EF5-3243-A446-F3BB339EB816}" type="pres">
      <dgm:prSet presAssocID="{81AB7B45-F512-7C41-B3C7-6577C4CF72F9}" presName="Name35" presStyleLbl="parChTrans1D2" presStyleIdx="0" presStyleCnt="3"/>
      <dgm:spPr/>
    </dgm:pt>
    <dgm:pt modelId="{0E21B232-2B6A-444B-BB62-94597570A2F0}" type="pres">
      <dgm:prSet presAssocID="{09785447-B35E-994E-A8B3-70B83D0EA4CC}" presName="hierRoot2" presStyleCnt="0">
        <dgm:presLayoutVars>
          <dgm:hierBranch/>
        </dgm:presLayoutVars>
      </dgm:prSet>
      <dgm:spPr/>
    </dgm:pt>
    <dgm:pt modelId="{66765D22-A566-1D49-A87E-AD9788A683C7}" type="pres">
      <dgm:prSet presAssocID="{09785447-B35E-994E-A8B3-70B83D0EA4CC}" presName="rootComposite" presStyleCnt="0"/>
      <dgm:spPr/>
    </dgm:pt>
    <dgm:pt modelId="{57618C97-5C6B-464C-9A91-CE87FA3319B2}" type="pres">
      <dgm:prSet presAssocID="{09785447-B35E-994E-A8B3-70B83D0EA4CC}" presName="rootText" presStyleLbl="node2" presStyleIdx="0" presStyleCnt="3">
        <dgm:presLayoutVars>
          <dgm:chPref val="3"/>
        </dgm:presLayoutVars>
      </dgm:prSet>
      <dgm:spPr/>
    </dgm:pt>
    <dgm:pt modelId="{4F0B1221-3576-6E47-8B0E-40FE12AEE880}" type="pres">
      <dgm:prSet presAssocID="{09785447-B35E-994E-A8B3-70B83D0EA4CC}" presName="rootConnector" presStyleLbl="node2" presStyleIdx="0" presStyleCnt="3"/>
      <dgm:spPr/>
    </dgm:pt>
    <dgm:pt modelId="{37893A63-F3B7-F94C-84E6-3E3BEED392FF}" type="pres">
      <dgm:prSet presAssocID="{09785447-B35E-994E-A8B3-70B83D0EA4CC}" presName="hierChild4" presStyleCnt="0"/>
      <dgm:spPr/>
    </dgm:pt>
    <dgm:pt modelId="{5D4698E6-8BCB-7747-BF7D-74B9EE82D469}" type="pres">
      <dgm:prSet presAssocID="{09785447-B35E-994E-A8B3-70B83D0EA4CC}" presName="hierChild5" presStyleCnt="0"/>
      <dgm:spPr/>
    </dgm:pt>
    <dgm:pt modelId="{B98E49BC-C8ED-BE45-ACBF-DDCE4837DCD1}" type="pres">
      <dgm:prSet presAssocID="{CB326E06-F2D7-3747-8242-DC8A4DCD6C30}" presName="Name35" presStyleLbl="parChTrans1D2" presStyleIdx="1" presStyleCnt="3"/>
      <dgm:spPr/>
    </dgm:pt>
    <dgm:pt modelId="{9A3EA333-2C8C-F549-B675-8DF4731F6AD8}" type="pres">
      <dgm:prSet presAssocID="{CE33CCD8-526D-4846-975B-7AF4A5290A24}" presName="hierRoot2" presStyleCnt="0">
        <dgm:presLayoutVars>
          <dgm:hierBranch/>
        </dgm:presLayoutVars>
      </dgm:prSet>
      <dgm:spPr/>
    </dgm:pt>
    <dgm:pt modelId="{276363AE-E68D-FC42-8BCF-5F6FB3CD6BE3}" type="pres">
      <dgm:prSet presAssocID="{CE33CCD8-526D-4846-975B-7AF4A5290A24}" presName="rootComposite" presStyleCnt="0"/>
      <dgm:spPr/>
    </dgm:pt>
    <dgm:pt modelId="{4A2BE315-5153-F74D-8419-677C6AC04A27}" type="pres">
      <dgm:prSet presAssocID="{CE33CCD8-526D-4846-975B-7AF4A5290A24}" presName="rootText" presStyleLbl="node2" presStyleIdx="1" presStyleCnt="3">
        <dgm:presLayoutVars>
          <dgm:chPref val="3"/>
        </dgm:presLayoutVars>
      </dgm:prSet>
      <dgm:spPr/>
    </dgm:pt>
    <dgm:pt modelId="{CD2936E5-45D4-364E-8E71-5A49D4A354F2}" type="pres">
      <dgm:prSet presAssocID="{CE33CCD8-526D-4846-975B-7AF4A5290A24}" presName="rootConnector" presStyleLbl="node2" presStyleIdx="1" presStyleCnt="3"/>
      <dgm:spPr/>
    </dgm:pt>
    <dgm:pt modelId="{C5374587-A233-6042-BFA8-43C98899A03E}" type="pres">
      <dgm:prSet presAssocID="{CE33CCD8-526D-4846-975B-7AF4A5290A24}" presName="hierChild4" presStyleCnt="0"/>
      <dgm:spPr/>
    </dgm:pt>
    <dgm:pt modelId="{B364B4AE-24D7-DF4E-A736-2997EB51CC3C}" type="pres">
      <dgm:prSet presAssocID="{CE33CCD8-526D-4846-975B-7AF4A5290A24}" presName="hierChild5" presStyleCnt="0"/>
      <dgm:spPr/>
    </dgm:pt>
    <dgm:pt modelId="{1DCE58BA-A58E-C843-84EC-58D4660477B3}" type="pres">
      <dgm:prSet presAssocID="{BE51C4FC-F615-774D-9E1C-FEA42B18CA58}" presName="Name35" presStyleLbl="parChTrans1D2" presStyleIdx="2" presStyleCnt="3"/>
      <dgm:spPr/>
    </dgm:pt>
    <dgm:pt modelId="{916887CA-9C9E-624A-AD0C-72E43A0B3959}" type="pres">
      <dgm:prSet presAssocID="{A8315BA4-8A7C-5E46-97CD-180DEF32D892}" presName="hierRoot2" presStyleCnt="0">
        <dgm:presLayoutVars>
          <dgm:hierBranch/>
        </dgm:presLayoutVars>
      </dgm:prSet>
      <dgm:spPr/>
    </dgm:pt>
    <dgm:pt modelId="{608D7D47-B2FF-2F4C-AC0D-AD10BD8725CF}" type="pres">
      <dgm:prSet presAssocID="{A8315BA4-8A7C-5E46-97CD-180DEF32D892}" presName="rootComposite" presStyleCnt="0"/>
      <dgm:spPr/>
    </dgm:pt>
    <dgm:pt modelId="{EEF463C3-E1EF-CB4A-91CC-A7A69D86BE6E}" type="pres">
      <dgm:prSet presAssocID="{A8315BA4-8A7C-5E46-97CD-180DEF32D892}" presName="rootText" presStyleLbl="node2" presStyleIdx="2" presStyleCnt="3">
        <dgm:presLayoutVars>
          <dgm:chPref val="3"/>
        </dgm:presLayoutVars>
      </dgm:prSet>
      <dgm:spPr/>
    </dgm:pt>
    <dgm:pt modelId="{E8980DA4-EAD2-AC42-82DD-16501E3DDAFC}" type="pres">
      <dgm:prSet presAssocID="{A8315BA4-8A7C-5E46-97CD-180DEF32D892}" presName="rootConnector" presStyleLbl="node2" presStyleIdx="2" presStyleCnt="3"/>
      <dgm:spPr/>
    </dgm:pt>
    <dgm:pt modelId="{AAF6B430-6FFA-044C-AEB6-9983FACBAB29}" type="pres">
      <dgm:prSet presAssocID="{A8315BA4-8A7C-5E46-97CD-180DEF32D892}" presName="hierChild4" presStyleCnt="0"/>
      <dgm:spPr/>
    </dgm:pt>
    <dgm:pt modelId="{F81B42EB-D65B-9041-AF29-47D55128CD5B}" type="pres">
      <dgm:prSet presAssocID="{A8315BA4-8A7C-5E46-97CD-180DEF32D892}" presName="hierChild5" presStyleCnt="0"/>
      <dgm:spPr/>
    </dgm:pt>
    <dgm:pt modelId="{16F9DFBD-D598-0E4A-8F97-30046F2A1567}" type="pres">
      <dgm:prSet presAssocID="{94EBC52A-8AC5-CA4C-8309-DABD3BB83E6E}" presName="hierChild3" presStyleCnt="0"/>
      <dgm:spPr/>
    </dgm:pt>
  </dgm:ptLst>
  <dgm:cxnLst>
    <dgm:cxn modelId="{A0045A01-E961-6149-B4C3-680EF1637A78}" type="presOf" srcId="{09785447-B35E-994E-A8B3-70B83D0EA4CC}" destId="{57618C97-5C6B-464C-9A91-CE87FA3319B2}" srcOrd="0" destOrd="0" presId="urn:microsoft.com/office/officeart/2005/8/layout/orgChart1"/>
    <dgm:cxn modelId="{BADA1E06-EE32-9D4D-B8A2-03810A8E2402}" type="presOf" srcId="{CE33CCD8-526D-4846-975B-7AF4A5290A24}" destId="{4A2BE315-5153-F74D-8419-677C6AC04A27}" srcOrd="0" destOrd="0" presId="urn:microsoft.com/office/officeart/2005/8/layout/orgChart1"/>
    <dgm:cxn modelId="{61838A0A-C8D7-4145-8175-8A6D36040374}" type="presOf" srcId="{94EBC52A-8AC5-CA4C-8309-DABD3BB83E6E}" destId="{2D0B1C3C-3B72-C644-A73C-8F337CDC5072}" srcOrd="1" destOrd="0" presId="urn:microsoft.com/office/officeart/2005/8/layout/orgChart1"/>
    <dgm:cxn modelId="{A0C1B220-1B41-984B-89F5-F38A64B3F9AB}" srcId="{94EBC52A-8AC5-CA4C-8309-DABD3BB83E6E}" destId="{A8315BA4-8A7C-5E46-97CD-180DEF32D892}" srcOrd="2" destOrd="0" parTransId="{BE51C4FC-F615-774D-9E1C-FEA42B18CA58}" sibTransId="{55021232-49DA-294B-A63A-79544D21C0B1}"/>
    <dgm:cxn modelId="{03C5153D-9C68-E940-9F82-42B98FFDE009}" srcId="{94EBC52A-8AC5-CA4C-8309-DABD3BB83E6E}" destId="{CE33CCD8-526D-4846-975B-7AF4A5290A24}" srcOrd="1" destOrd="0" parTransId="{CB326E06-F2D7-3747-8242-DC8A4DCD6C30}" sibTransId="{980F85B5-720E-D54B-9DA2-F1BD27577913}"/>
    <dgm:cxn modelId="{E69D6E52-E2C5-0F43-A105-253925B1F9D6}" type="presOf" srcId="{CE33CCD8-526D-4846-975B-7AF4A5290A24}" destId="{CD2936E5-45D4-364E-8E71-5A49D4A354F2}" srcOrd="1" destOrd="0" presId="urn:microsoft.com/office/officeart/2005/8/layout/orgChart1"/>
    <dgm:cxn modelId="{1EA5CF6A-29F5-3A42-9FE3-2A6D053E192E}" type="presOf" srcId="{D13864F3-0036-4F4D-A500-0DC40BA36FCC}" destId="{58B1BDF1-F2F5-254D-994A-0DBE37B0A835}" srcOrd="0" destOrd="0" presId="urn:microsoft.com/office/officeart/2005/8/layout/orgChart1"/>
    <dgm:cxn modelId="{9985276C-3438-B648-8780-C000910A9411}" type="presOf" srcId="{BE51C4FC-F615-774D-9E1C-FEA42B18CA58}" destId="{1DCE58BA-A58E-C843-84EC-58D4660477B3}" srcOrd="0" destOrd="0" presId="urn:microsoft.com/office/officeart/2005/8/layout/orgChart1"/>
    <dgm:cxn modelId="{4B496F84-B219-314C-925F-A3D0A2D8C8FE}" type="presOf" srcId="{A8315BA4-8A7C-5E46-97CD-180DEF32D892}" destId="{EEF463C3-E1EF-CB4A-91CC-A7A69D86BE6E}" srcOrd="0" destOrd="0" presId="urn:microsoft.com/office/officeart/2005/8/layout/orgChart1"/>
    <dgm:cxn modelId="{68B39095-4C1D-5C43-88D7-409BFE466B38}" type="presOf" srcId="{CB326E06-F2D7-3747-8242-DC8A4DCD6C30}" destId="{B98E49BC-C8ED-BE45-ACBF-DDCE4837DCD1}" srcOrd="0" destOrd="0" presId="urn:microsoft.com/office/officeart/2005/8/layout/orgChart1"/>
    <dgm:cxn modelId="{238113AC-41EE-F544-B613-764DA1F56CB4}" type="presOf" srcId="{A8315BA4-8A7C-5E46-97CD-180DEF32D892}" destId="{E8980DA4-EAD2-AC42-82DD-16501E3DDAFC}" srcOrd="1" destOrd="0" presId="urn:microsoft.com/office/officeart/2005/8/layout/orgChart1"/>
    <dgm:cxn modelId="{141703C0-1431-4B40-9F12-FB4E87867016}" type="presOf" srcId="{81AB7B45-F512-7C41-B3C7-6577C4CF72F9}" destId="{45081726-1EF5-3243-A446-F3BB339EB816}" srcOrd="0" destOrd="0" presId="urn:microsoft.com/office/officeart/2005/8/layout/orgChart1"/>
    <dgm:cxn modelId="{C5D35CC8-368B-2647-AB03-AE6793832487}" srcId="{94EBC52A-8AC5-CA4C-8309-DABD3BB83E6E}" destId="{09785447-B35E-994E-A8B3-70B83D0EA4CC}" srcOrd="0" destOrd="0" parTransId="{81AB7B45-F512-7C41-B3C7-6577C4CF72F9}" sibTransId="{482DC423-7C95-474A-A6A7-B5E9E1206BBE}"/>
    <dgm:cxn modelId="{867F32D7-29DD-864D-A15D-D7F11ABB63CF}" type="presOf" srcId="{09785447-B35E-994E-A8B3-70B83D0EA4CC}" destId="{4F0B1221-3576-6E47-8B0E-40FE12AEE880}" srcOrd="1" destOrd="0" presId="urn:microsoft.com/office/officeart/2005/8/layout/orgChart1"/>
    <dgm:cxn modelId="{D0011EDA-5C85-E44E-8AB5-E7907AE03860}" srcId="{D13864F3-0036-4F4D-A500-0DC40BA36FCC}" destId="{94EBC52A-8AC5-CA4C-8309-DABD3BB83E6E}" srcOrd="0" destOrd="0" parTransId="{480B6F4F-3EAF-7048-BFC5-C72C8018F21F}" sibTransId="{9D9B12D3-3757-1B4A-82C2-84623BA85493}"/>
    <dgm:cxn modelId="{281C4DF8-AA5B-9544-9227-5058A759DD1B}" type="presOf" srcId="{94EBC52A-8AC5-CA4C-8309-DABD3BB83E6E}" destId="{4730C53D-0CE7-B440-B8A7-9954505A3BDA}" srcOrd="0" destOrd="0" presId="urn:microsoft.com/office/officeart/2005/8/layout/orgChart1"/>
    <dgm:cxn modelId="{3CDAD234-9D06-B846-8179-8C70ECBB5F60}" type="presParOf" srcId="{58B1BDF1-F2F5-254D-994A-0DBE37B0A835}" destId="{CDE6A676-0034-4849-BA6A-976EB04946BE}" srcOrd="0" destOrd="0" presId="urn:microsoft.com/office/officeart/2005/8/layout/orgChart1"/>
    <dgm:cxn modelId="{809E4478-5C7B-4348-BE38-15883C7C3B71}" type="presParOf" srcId="{CDE6A676-0034-4849-BA6A-976EB04946BE}" destId="{8BB06731-EA2D-AA48-A1D8-FECDD0371970}" srcOrd="0" destOrd="0" presId="urn:microsoft.com/office/officeart/2005/8/layout/orgChart1"/>
    <dgm:cxn modelId="{DEC9DC9C-8744-A341-BFBB-3B8C98CD2A10}" type="presParOf" srcId="{8BB06731-EA2D-AA48-A1D8-FECDD0371970}" destId="{4730C53D-0CE7-B440-B8A7-9954505A3BDA}" srcOrd="0" destOrd="0" presId="urn:microsoft.com/office/officeart/2005/8/layout/orgChart1"/>
    <dgm:cxn modelId="{A9BBDBDB-D6AA-1741-AE81-8EFBC9FB5D4C}" type="presParOf" srcId="{8BB06731-EA2D-AA48-A1D8-FECDD0371970}" destId="{2D0B1C3C-3B72-C644-A73C-8F337CDC5072}" srcOrd="1" destOrd="0" presId="urn:microsoft.com/office/officeart/2005/8/layout/orgChart1"/>
    <dgm:cxn modelId="{9E172BB7-94EA-F34A-B24F-732024E2439F}" type="presParOf" srcId="{CDE6A676-0034-4849-BA6A-976EB04946BE}" destId="{124DF966-6163-7D47-A86E-C5471661C2EF}" srcOrd="1" destOrd="0" presId="urn:microsoft.com/office/officeart/2005/8/layout/orgChart1"/>
    <dgm:cxn modelId="{60BE31F2-624D-0A4D-91DD-2B9FAB6631A3}" type="presParOf" srcId="{124DF966-6163-7D47-A86E-C5471661C2EF}" destId="{45081726-1EF5-3243-A446-F3BB339EB816}" srcOrd="0" destOrd="0" presId="urn:microsoft.com/office/officeart/2005/8/layout/orgChart1"/>
    <dgm:cxn modelId="{C91B1838-F2A7-7940-AA9C-4D2E53DAE497}" type="presParOf" srcId="{124DF966-6163-7D47-A86E-C5471661C2EF}" destId="{0E21B232-2B6A-444B-BB62-94597570A2F0}" srcOrd="1" destOrd="0" presId="urn:microsoft.com/office/officeart/2005/8/layout/orgChart1"/>
    <dgm:cxn modelId="{53DF4FBE-7208-DC4E-9A63-9FA1D490C237}" type="presParOf" srcId="{0E21B232-2B6A-444B-BB62-94597570A2F0}" destId="{66765D22-A566-1D49-A87E-AD9788A683C7}" srcOrd="0" destOrd="0" presId="urn:microsoft.com/office/officeart/2005/8/layout/orgChart1"/>
    <dgm:cxn modelId="{822CAEB5-4874-AD4A-B424-915749CDF710}" type="presParOf" srcId="{66765D22-A566-1D49-A87E-AD9788A683C7}" destId="{57618C97-5C6B-464C-9A91-CE87FA3319B2}" srcOrd="0" destOrd="0" presId="urn:microsoft.com/office/officeart/2005/8/layout/orgChart1"/>
    <dgm:cxn modelId="{80250628-80C0-BD44-A87C-4F125C7D643A}" type="presParOf" srcId="{66765D22-A566-1D49-A87E-AD9788A683C7}" destId="{4F0B1221-3576-6E47-8B0E-40FE12AEE880}" srcOrd="1" destOrd="0" presId="urn:microsoft.com/office/officeart/2005/8/layout/orgChart1"/>
    <dgm:cxn modelId="{C5034962-FB97-FB48-B076-876EC9425710}" type="presParOf" srcId="{0E21B232-2B6A-444B-BB62-94597570A2F0}" destId="{37893A63-F3B7-F94C-84E6-3E3BEED392FF}" srcOrd="1" destOrd="0" presId="urn:microsoft.com/office/officeart/2005/8/layout/orgChart1"/>
    <dgm:cxn modelId="{CE11460A-FE2B-3C45-A0E3-CA1DD3BA9745}" type="presParOf" srcId="{0E21B232-2B6A-444B-BB62-94597570A2F0}" destId="{5D4698E6-8BCB-7747-BF7D-74B9EE82D469}" srcOrd="2" destOrd="0" presId="urn:microsoft.com/office/officeart/2005/8/layout/orgChart1"/>
    <dgm:cxn modelId="{4F89D04B-7B95-0542-891D-485FF7B14CC1}" type="presParOf" srcId="{124DF966-6163-7D47-A86E-C5471661C2EF}" destId="{B98E49BC-C8ED-BE45-ACBF-DDCE4837DCD1}" srcOrd="2" destOrd="0" presId="urn:microsoft.com/office/officeart/2005/8/layout/orgChart1"/>
    <dgm:cxn modelId="{6C4B2B85-A3D9-E44B-A847-2AE710BF52AD}" type="presParOf" srcId="{124DF966-6163-7D47-A86E-C5471661C2EF}" destId="{9A3EA333-2C8C-F549-B675-8DF4731F6AD8}" srcOrd="3" destOrd="0" presId="urn:microsoft.com/office/officeart/2005/8/layout/orgChart1"/>
    <dgm:cxn modelId="{588A9182-82EA-D046-9F5F-5907D783D960}" type="presParOf" srcId="{9A3EA333-2C8C-F549-B675-8DF4731F6AD8}" destId="{276363AE-E68D-FC42-8BCF-5F6FB3CD6BE3}" srcOrd="0" destOrd="0" presId="urn:microsoft.com/office/officeart/2005/8/layout/orgChart1"/>
    <dgm:cxn modelId="{8F21E5CA-8952-5E4F-AA4E-B510E1D91584}" type="presParOf" srcId="{276363AE-E68D-FC42-8BCF-5F6FB3CD6BE3}" destId="{4A2BE315-5153-F74D-8419-677C6AC04A27}" srcOrd="0" destOrd="0" presId="urn:microsoft.com/office/officeart/2005/8/layout/orgChart1"/>
    <dgm:cxn modelId="{3ABBEFB1-794C-554A-8A7A-034B6498F47C}" type="presParOf" srcId="{276363AE-E68D-FC42-8BCF-5F6FB3CD6BE3}" destId="{CD2936E5-45D4-364E-8E71-5A49D4A354F2}" srcOrd="1" destOrd="0" presId="urn:microsoft.com/office/officeart/2005/8/layout/orgChart1"/>
    <dgm:cxn modelId="{7054A6AE-68EF-F546-9EE5-5FE1F0CBF7D6}" type="presParOf" srcId="{9A3EA333-2C8C-F549-B675-8DF4731F6AD8}" destId="{C5374587-A233-6042-BFA8-43C98899A03E}" srcOrd="1" destOrd="0" presId="urn:microsoft.com/office/officeart/2005/8/layout/orgChart1"/>
    <dgm:cxn modelId="{04885973-ABDA-804F-9A22-528141E09A6C}" type="presParOf" srcId="{9A3EA333-2C8C-F549-B675-8DF4731F6AD8}" destId="{B364B4AE-24D7-DF4E-A736-2997EB51CC3C}" srcOrd="2" destOrd="0" presId="urn:microsoft.com/office/officeart/2005/8/layout/orgChart1"/>
    <dgm:cxn modelId="{2C800377-D9E5-AE4D-9230-814F1A8AFC9D}" type="presParOf" srcId="{124DF966-6163-7D47-A86E-C5471661C2EF}" destId="{1DCE58BA-A58E-C843-84EC-58D4660477B3}" srcOrd="4" destOrd="0" presId="urn:microsoft.com/office/officeart/2005/8/layout/orgChart1"/>
    <dgm:cxn modelId="{94811603-296B-5D4A-A9FF-78575637811D}" type="presParOf" srcId="{124DF966-6163-7D47-A86E-C5471661C2EF}" destId="{916887CA-9C9E-624A-AD0C-72E43A0B3959}" srcOrd="5" destOrd="0" presId="urn:microsoft.com/office/officeart/2005/8/layout/orgChart1"/>
    <dgm:cxn modelId="{D0C2484A-0D22-8D48-AF3C-3255C6CC3F34}" type="presParOf" srcId="{916887CA-9C9E-624A-AD0C-72E43A0B3959}" destId="{608D7D47-B2FF-2F4C-AC0D-AD10BD8725CF}" srcOrd="0" destOrd="0" presId="urn:microsoft.com/office/officeart/2005/8/layout/orgChart1"/>
    <dgm:cxn modelId="{5F02C23B-C909-B941-A721-B57B63FF4DF4}" type="presParOf" srcId="{608D7D47-B2FF-2F4C-AC0D-AD10BD8725CF}" destId="{EEF463C3-E1EF-CB4A-91CC-A7A69D86BE6E}" srcOrd="0" destOrd="0" presId="urn:microsoft.com/office/officeart/2005/8/layout/orgChart1"/>
    <dgm:cxn modelId="{0970C5F5-FE34-CF40-9C45-EAE81E4E107A}" type="presParOf" srcId="{608D7D47-B2FF-2F4C-AC0D-AD10BD8725CF}" destId="{E8980DA4-EAD2-AC42-82DD-16501E3DDAFC}" srcOrd="1" destOrd="0" presId="urn:microsoft.com/office/officeart/2005/8/layout/orgChart1"/>
    <dgm:cxn modelId="{AD23F7F4-EB9D-EA48-ADAC-564F2E251733}" type="presParOf" srcId="{916887CA-9C9E-624A-AD0C-72E43A0B3959}" destId="{AAF6B430-6FFA-044C-AEB6-9983FACBAB29}" srcOrd="1" destOrd="0" presId="urn:microsoft.com/office/officeart/2005/8/layout/orgChart1"/>
    <dgm:cxn modelId="{9A5786E0-5F3C-0348-843C-64B34BFABE73}" type="presParOf" srcId="{916887CA-9C9E-624A-AD0C-72E43A0B3959}" destId="{F81B42EB-D65B-9041-AF29-47D55128CD5B}" srcOrd="2" destOrd="0" presId="urn:microsoft.com/office/officeart/2005/8/layout/orgChart1"/>
    <dgm:cxn modelId="{9CDAC613-F349-4D43-90A1-AEEB6354E0BE}" type="presParOf" srcId="{CDE6A676-0034-4849-BA6A-976EB04946BE}" destId="{16F9DFBD-D598-0E4A-8F97-30046F2A1567}" srcOrd="2" destOrd="0" presId="urn:microsoft.com/office/officeart/2005/8/layout/orgChar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71C02F0F-1469-9E44-A3D2-0F2243EAEA9C}" type="doc">
      <dgm:prSet loTypeId="urn:microsoft.com/office/officeart/2005/8/layout/orgChart1" loCatId="hierarchy" qsTypeId="urn:microsoft.com/office/officeart/2005/8/quickstyle/simple1" qsCatId="simple" csTypeId="urn:microsoft.com/office/officeart/2005/8/colors/accent1_2" csCatId="accent1"/>
      <dgm:spPr/>
    </dgm:pt>
    <dgm:pt modelId="{AC8B2211-0BB0-DB42-83E3-2626079DA83B}">
      <dgm:prSet/>
      <dgm:spPr/>
      <dgm:t>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b="0" i="0" u="none" strike="noStrike" cap="none" normalizeH="0" baseline="0">
              <a:ln>
                <a:noFill/>
              </a:ln>
              <a:solidFill>
                <a:schemeClr val="tx1"/>
              </a:solidFill>
              <a:effectLst/>
              <a:latin typeface="Tahoma" panose="020B0604030504040204" pitchFamily="34" charset="0"/>
            </a:rPr>
            <a:t>Love</a:t>
          </a:r>
        </a:p>
      </dgm:t>
    </dgm:pt>
    <dgm:pt modelId="{F07FCE24-01E8-C540-835D-210A3B6C0FFA}" type="parTrans" cxnId="{F3F5C3B8-4DD8-AE4F-BA2D-33E6E9E79607}">
      <dgm:prSet/>
      <dgm:spPr/>
      <dgm:t>
        <a:bodyPr/>
        <a:lstStyle/>
        <a:p>
          <a:endParaRPr lang="en-US">
            <a:solidFill>
              <a:schemeClr val="tx1"/>
            </a:solidFill>
          </a:endParaRPr>
        </a:p>
      </dgm:t>
    </dgm:pt>
    <dgm:pt modelId="{07A176C8-A37F-9048-84E9-079F928F1EFF}" type="sibTrans" cxnId="{F3F5C3B8-4DD8-AE4F-BA2D-33E6E9E79607}">
      <dgm:prSet/>
      <dgm:spPr/>
      <dgm:t>
        <a:bodyPr/>
        <a:lstStyle/>
        <a:p>
          <a:endParaRPr lang="en-US">
            <a:solidFill>
              <a:schemeClr val="tx1"/>
            </a:solidFill>
          </a:endParaRPr>
        </a:p>
      </dgm:t>
    </dgm:pt>
    <dgm:pt modelId="{C577C534-7A7A-3445-BF99-6B47382721D9}">
      <dgm:prSet/>
      <dgm:spPr/>
      <dgm:t>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b="0" i="0" u="none" strike="noStrike" cap="none" normalizeH="0" baseline="0">
              <a:ln>
                <a:noFill/>
              </a:ln>
              <a:solidFill>
                <a:schemeClr val="tx1"/>
              </a:solidFill>
              <a:effectLst/>
              <a:latin typeface="Tahoma" panose="020B0604030504040204" pitchFamily="34" charset="0"/>
            </a:rPr>
            <a:t>Love in Union</a:t>
          </a:r>
        </a:p>
      </dgm:t>
    </dgm:pt>
    <dgm:pt modelId="{D5392191-8788-CD45-BF31-D4FA1EB913FC}" type="parTrans" cxnId="{1E9A7BA0-24A8-C248-A14E-6828F67AA8A7}">
      <dgm:prSet/>
      <dgm:spPr/>
      <dgm:t>
        <a:bodyPr/>
        <a:lstStyle/>
        <a:p>
          <a:endParaRPr lang="en-US">
            <a:solidFill>
              <a:schemeClr val="tx1"/>
            </a:solidFill>
          </a:endParaRPr>
        </a:p>
      </dgm:t>
    </dgm:pt>
    <dgm:pt modelId="{9EEF746F-C265-4146-A430-51C6FA0E89EE}" type="sibTrans" cxnId="{1E9A7BA0-24A8-C248-A14E-6828F67AA8A7}">
      <dgm:prSet/>
      <dgm:spPr/>
      <dgm:t>
        <a:bodyPr/>
        <a:lstStyle/>
        <a:p>
          <a:endParaRPr lang="en-US">
            <a:solidFill>
              <a:schemeClr val="tx1"/>
            </a:solidFill>
          </a:endParaRPr>
        </a:p>
      </dgm:t>
    </dgm:pt>
    <dgm:pt modelId="{DFBA69A5-4EC3-0244-92EF-0247A416067A}">
      <dgm:prSet/>
      <dgm:spPr/>
      <dgm:t>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b="0" i="0" u="none" strike="noStrike" cap="none" normalizeH="0" baseline="0">
              <a:ln>
                <a:noFill/>
              </a:ln>
              <a:solidFill>
                <a:schemeClr val="tx1"/>
              </a:solidFill>
              <a:effectLst/>
              <a:latin typeface="Tahoma" panose="020B0604030504040204" pitchFamily="34" charset="0"/>
            </a:rPr>
            <a:t>Love in separation</a:t>
          </a:r>
        </a:p>
      </dgm:t>
    </dgm:pt>
    <dgm:pt modelId="{CD0D4C6A-B737-8948-AFF4-CF732E994996}" type="parTrans" cxnId="{13AB1B0C-AD65-8949-922B-65A8EA884121}">
      <dgm:prSet/>
      <dgm:spPr/>
      <dgm:t>
        <a:bodyPr/>
        <a:lstStyle/>
        <a:p>
          <a:endParaRPr lang="en-US">
            <a:solidFill>
              <a:schemeClr val="tx1"/>
            </a:solidFill>
          </a:endParaRPr>
        </a:p>
      </dgm:t>
    </dgm:pt>
    <dgm:pt modelId="{CBA51365-CCBF-9A45-B0F9-4E726947D054}" type="sibTrans" cxnId="{13AB1B0C-AD65-8949-922B-65A8EA884121}">
      <dgm:prSet/>
      <dgm:spPr/>
      <dgm:t>
        <a:bodyPr/>
        <a:lstStyle/>
        <a:p>
          <a:endParaRPr lang="en-US">
            <a:solidFill>
              <a:schemeClr val="tx1"/>
            </a:solidFill>
          </a:endParaRPr>
        </a:p>
      </dgm:t>
    </dgm:pt>
    <dgm:pt modelId="{B930C8FE-C13A-A041-82DF-B86C65EC25EC}" type="pres">
      <dgm:prSet presAssocID="{71C02F0F-1469-9E44-A3D2-0F2243EAEA9C}" presName="hierChild1" presStyleCnt="0">
        <dgm:presLayoutVars>
          <dgm:orgChart val="1"/>
          <dgm:chPref val="1"/>
          <dgm:dir/>
          <dgm:animOne val="branch"/>
          <dgm:animLvl val="lvl"/>
          <dgm:resizeHandles/>
        </dgm:presLayoutVars>
      </dgm:prSet>
      <dgm:spPr/>
    </dgm:pt>
    <dgm:pt modelId="{3D8AFCDA-D7F8-6C42-B352-B78AF1F298F2}" type="pres">
      <dgm:prSet presAssocID="{AC8B2211-0BB0-DB42-83E3-2626079DA83B}" presName="hierRoot1" presStyleCnt="0">
        <dgm:presLayoutVars>
          <dgm:hierBranch/>
        </dgm:presLayoutVars>
      </dgm:prSet>
      <dgm:spPr/>
    </dgm:pt>
    <dgm:pt modelId="{648E979F-6EEC-6D42-A44B-126FA45102CD}" type="pres">
      <dgm:prSet presAssocID="{AC8B2211-0BB0-DB42-83E3-2626079DA83B}" presName="rootComposite1" presStyleCnt="0"/>
      <dgm:spPr/>
    </dgm:pt>
    <dgm:pt modelId="{04BD9C4A-FEB0-DD49-863C-424CC7837B6E}" type="pres">
      <dgm:prSet presAssocID="{AC8B2211-0BB0-DB42-83E3-2626079DA83B}" presName="rootText1" presStyleLbl="node0" presStyleIdx="0" presStyleCnt="1">
        <dgm:presLayoutVars>
          <dgm:chPref val="3"/>
        </dgm:presLayoutVars>
      </dgm:prSet>
      <dgm:spPr/>
    </dgm:pt>
    <dgm:pt modelId="{07AB1334-A615-0A49-8F9E-B3908A65C9A0}" type="pres">
      <dgm:prSet presAssocID="{AC8B2211-0BB0-DB42-83E3-2626079DA83B}" presName="rootConnector1" presStyleLbl="node1" presStyleIdx="0" presStyleCnt="0"/>
      <dgm:spPr/>
    </dgm:pt>
    <dgm:pt modelId="{92653396-9D67-E149-9C1C-AB0304EF91C9}" type="pres">
      <dgm:prSet presAssocID="{AC8B2211-0BB0-DB42-83E3-2626079DA83B}" presName="hierChild2" presStyleCnt="0"/>
      <dgm:spPr/>
    </dgm:pt>
    <dgm:pt modelId="{7D02FFF3-8DC0-2A4B-88D2-09F55F2961B5}" type="pres">
      <dgm:prSet presAssocID="{D5392191-8788-CD45-BF31-D4FA1EB913FC}" presName="Name35" presStyleLbl="parChTrans1D2" presStyleIdx="0" presStyleCnt="2"/>
      <dgm:spPr/>
    </dgm:pt>
    <dgm:pt modelId="{78065565-D889-2E4C-B914-71FDCF33E6CF}" type="pres">
      <dgm:prSet presAssocID="{C577C534-7A7A-3445-BF99-6B47382721D9}" presName="hierRoot2" presStyleCnt="0">
        <dgm:presLayoutVars>
          <dgm:hierBranch/>
        </dgm:presLayoutVars>
      </dgm:prSet>
      <dgm:spPr/>
    </dgm:pt>
    <dgm:pt modelId="{4FBB2725-A17D-DF4A-BF8B-3FEA38635A51}" type="pres">
      <dgm:prSet presAssocID="{C577C534-7A7A-3445-BF99-6B47382721D9}" presName="rootComposite" presStyleCnt="0"/>
      <dgm:spPr/>
    </dgm:pt>
    <dgm:pt modelId="{388F0982-577E-284C-9FBE-99A7E813D515}" type="pres">
      <dgm:prSet presAssocID="{C577C534-7A7A-3445-BF99-6B47382721D9}" presName="rootText" presStyleLbl="node2" presStyleIdx="0" presStyleCnt="2">
        <dgm:presLayoutVars>
          <dgm:chPref val="3"/>
        </dgm:presLayoutVars>
      </dgm:prSet>
      <dgm:spPr/>
    </dgm:pt>
    <dgm:pt modelId="{776B0DC9-68FF-4B46-840D-087FAF240BC4}" type="pres">
      <dgm:prSet presAssocID="{C577C534-7A7A-3445-BF99-6B47382721D9}" presName="rootConnector" presStyleLbl="node2" presStyleIdx="0" presStyleCnt="2"/>
      <dgm:spPr/>
    </dgm:pt>
    <dgm:pt modelId="{3EACEC14-E337-3F4E-BAD0-EBDC081B981B}" type="pres">
      <dgm:prSet presAssocID="{C577C534-7A7A-3445-BF99-6B47382721D9}" presName="hierChild4" presStyleCnt="0"/>
      <dgm:spPr/>
    </dgm:pt>
    <dgm:pt modelId="{8D73E275-D8C2-C647-BFC6-BF547D8F82F0}" type="pres">
      <dgm:prSet presAssocID="{C577C534-7A7A-3445-BF99-6B47382721D9}" presName="hierChild5" presStyleCnt="0"/>
      <dgm:spPr/>
    </dgm:pt>
    <dgm:pt modelId="{6B9207FB-4654-4340-9AAE-5C9400983D3F}" type="pres">
      <dgm:prSet presAssocID="{CD0D4C6A-B737-8948-AFF4-CF732E994996}" presName="Name35" presStyleLbl="parChTrans1D2" presStyleIdx="1" presStyleCnt="2"/>
      <dgm:spPr/>
    </dgm:pt>
    <dgm:pt modelId="{86098576-77C2-3F4C-B463-AE3FE47C4F8A}" type="pres">
      <dgm:prSet presAssocID="{DFBA69A5-4EC3-0244-92EF-0247A416067A}" presName="hierRoot2" presStyleCnt="0">
        <dgm:presLayoutVars>
          <dgm:hierBranch/>
        </dgm:presLayoutVars>
      </dgm:prSet>
      <dgm:spPr/>
    </dgm:pt>
    <dgm:pt modelId="{7FA2FDB5-7522-A846-B03B-6E8D3644DACE}" type="pres">
      <dgm:prSet presAssocID="{DFBA69A5-4EC3-0244-92EF-0247A416067A}" presName="rootComposite" presStyleCnt="0"/>
      <dgm:spPr/>
    </dgm:pt>
    <dgm:pt modelId="{868D400D-13A3-6D41-9B30-6788A1F8E93E}" type="pres">
      <dgm:prSet presAssocID="{DFBA69A5-4EC3-0244-92EF-0247A416067A}" presName="rootText" presStyleLbl="node2" presStyleIdx="1" presStyleCnt="2">
        <dgm:presLayoutVars>
          <dgm:chPref val="3"/>
        </dgm:presLayoutVars>
      </dgm:prSet>
      <dgm:spPr/>
    </dgm:pt>
    <dgm:pt modelId="{4FE57CD3-A084-714C-BDBD-6B28A5BE0211}" type="pres">
      <dgm:prSet presAssocID="{DFBA69A5-4EC3-0244-92EF-0247A416067A}" presName="rootConnector" presStyleLbl="node2" presStyleIdx="1" presStyleCnt="2"/>
      <dgm:spPr/>
    </dgm:pt>
    <dgm:pt modelId="{18CD19B0-CABB-3340-BC0D-04150427C3B2}" type="pres">
      <dgm:prSet presAssocID="{DFBA69A5-4EC3-0244-92EF-0247A416067A}" presName="hierChild4" presStyleCnt="0"/>
      <dgm:spPr/>
    </dgm:pt>
    <dgm:pt modelId="{D8CC2CDC-7DDF-C44A-B366-0543D13CFD0C}" type="pres">
      <dgm:prSet presAssocID="{DFBA69A5-4EC3-0244-92EF-0247A416067A}" presName="hierChild5" presStyleCnt="0"/>
      <dgm:spPr/>
    </dgm:pt>
    <dgm:pt modelId="{8168B729-396D-204E-9099-BBCD4DF855E2}" type="pres">
      <dgm:prSet presAssocID="{AC8B2211-0BB0-DB42-83E3-2626079DA83B}" presName="hierChild3" presStyleCnt="0"/>
      <dgm:spPr/>
    </dgm:pt>
  </dgm:ptLst>
  <dgm:cxnLst>
    <dgm:cxn modelId="{E3D1570A-CE7F-604A-AAE1-AA21CF00870F}" type="presOf" srcId="{CD0D4C6A-B737-8948-AFF4-CF732E994996}" destId="{6B9207FB-4654-4340-9AAE-5C9400983D3F}" srcOrd="0" destOrd="0" presId="urn:microsoft.com/office/officeart/2005/8/layout/orgChart1"/>
    <dgm:cxn modelId="{13AB1B0C-AD65-8949-922B-65A8EA884121}" srcId="{AC8B2211-0BB0-DB42-83E3-2626079DA83B}" destId="{DFBA69A5-4EC3-0244-92EF-0247A416067A}" srcOrd="1" destOrd="0" parTransId="{CD0D4C6A-B737-8948-AFF4-CF732E994996}" sibTransId="{CBA51365-CCBF-9A45-B0F9-4E726947D054}"/>
    <dgm:cxn modelId="{E60FE610-DBF6-CC44-B2CD-BFDFF34C6D7E}" type="presOf" srcId="{AC8B2211-0BB0-DB42-83E3-2626079DA83B}" destId="{04BD9C4A-FEB0-DD49-863C-424CC7837B6E}" srcOrd="0" destOrd="0" presId="urn:microsoft.com/office/officeart/2005/8/layout/orgChart1"/>
    <dgm:cxn modelId="{4327FE42-0E74-194A-8E7E-8A28472F6DDD}" type="presOf" srcId="{D5392191-8788-CD45-BF31-D4FA1EB913FC}" destId="{7D02FFF3-8DC0-2A4B-88D2-09F55F2961B5}" srcOrd="0" destOrd="0" presId="urn:microsoft.com/office/officeart/2005/8/layout/orgChart1"/>
    <dgm:cxn modelId="{C7ED974A-0B19-3C45-8FD8-147219B25EF9}" type="presOf" srcId="{71C02F0F-1469-9E44-A3D2-0F2243EAEA9C}" destId="{B930C8FE-C13A-A041-82DF-B86C65EC25EC}" srcOrd="0" destOrd="0" presId="urn:microsoft.com/office/officeart/2005/8/layout/orgChart1"/>
    <dgm:cxn modelId="{23C1E662-162C-E34A-B396-09AD161B456E}" type="presOf" srcId="{C577C534-7A7A-3445-BF99-6B47382721D9}" destId="{388F0982-577E-284C-9FBE-99A7E813D515}" srcOrd="0" destOrd="0" presId="urn:microsoft.com/office/officeart/2005/8/layout/orgChart1"/>
    <dgm:cxn modelId="{48E5ED94-A81A-ED4C-A878-F33890C1DF77}" type="presOf" srcId="{DFBA69A5-4EC3-0244-92EF-0247A416067A}" destId="{4FE57CD3-A084-714C-BDBD-6B28A5BE0211}" srcOrd="1" destOrd="0" presId="urn:microsoft.com/office/officeart/2005/8/layout/orgChart1"/>
    <dgm:cxn modelId="{49604F96-CC92-004E-AAEC-12900E9BCCBB}" type="presOf" srcId="{AC8B2211-0BB0-DB42-83E3-2626079DA83B}" destId="{07AB1334-A615-0A49-8F9E-B3908A65C9A0}" srcOrd="1" destOrd="0" presId="urn:microsoft.com/office/officeart/2005/8/layout/orgChart1"/>
    <dgm:cxn modelId="{D1E9389E-A89B-E746-B6F8-61FA7976CEB1}" type="presOf" srcId="{C577C534-7A7A-3445-BF99-6B47382721D9}" destId="{776B0DC9-68FF-4B46-840D-087FAF240BC4}" srcOrd="1" destOrd="0" presId="urn:microsoft.com/office/officeart/2005/8/layout/orgChart1"/>
    <dgm:cxn modelId="{1E9A7BA0-24A8-C248-A14E-6828F67AA8A7}" srcId="{AC8B2211-0BB0-DB42-83E3-2626079DA83B}" destId="{C577C534-7A7A-3445-BF99-6B47382721D9}" srcOrd="0" destOrd="0" parTransId="{D5392191-8788-CD45-BF31-D4FA1EB913FC}" sibTransId="{9EEF746F-C265-4146-A430-51C6FA0E89EE}"/>
    <dgm:cxn modelId="{F3F5C3B8-4DD8-AE4F-BA2D-33E6E9E79607}" srcId="{71C02F0F-1469-9E44-A3D2-0F2243EAEA9C}" destId="{AC8B2211-0BB0-DB42-83E3-2626079DA83B}" srcOrd="0" destOrd="0" parTransId="{F07FCE24-01E8-C540-835D-210A3B6C0FFA}" sibTransId="{07A176C8-A37F-9048-84E9-079F928F1EFF}"/>
    <dgm:cxn modelId="{846E52DF-1592-7E44-A551-EA4ACE2762EA}" type="presOf" srcId="{DFBA69A5-4EC3-0244-92EF-0247A416067A}" destId="{868D400D-13A3-6D41-9B30-6788A1F8E93E}" srcOrd="0" destOrd="0" presId="urn:microsoft.com/office/officeart/2005/8/layout/orgChart1"/>
    <dgm:cxn modelId="{7CB5B5DC-603E-FD4D-A83F-859B44E6DE7C}" type="presParOf" srcId="{B930C8FE-C13A-A041-82DF-B86C65EC25EC}" destId="{3D8AFCDA-D7F8-6C42-B352-B78AF1F298F2}" srcOrd="0" destOrd="0" presId="urn:microsoft.com/office/officeart/2005/8/layout/orgChart1"/>
    <dgm:cxn modelId="{FCFE7AAD-9D66-154E-8C2D-CBF82351DDBE}" type="presParOf" srcId="{3D8AFCDA-D7F8-6C42-B352-B78AF1F298F2}" destId="{648E979F-6EEC-6D42-A44B-126FA45102CD}" srcOrd="0" destOrd="0" presId="urn:microsoft.com/office/officeart/2005/8/layout/orgChart1"/>
    <dgm:cxn modelId="{621F1793-C618-6B49-8571-B47FDF0DF02C}" type="presParOf" srcId="{648E979F-6EEC-6D42-A44B-126FA45102CD}" destId="{04BD9C4A-FEB0-DD49-863C-424CC7837B6E}" srcOrd="0" destOrd="0" presId="urn:microsoft.com/office/officeart/2005/8/layout/orgChart1"/>
    <dgm:cxn modelId="{FE8F6280-1499-914F-B3C5-F214B0756FEC}" type="presParOf" srcId="{648E979F-6EEC-6D42-A44B-126FA45102CD}" destId="{07AB1334-A615-0A49-8F9E-B3908A65C9A0}" srcOrd="1" destOrd="0" presId="urn:microsoft.com/office/officeart/2005/8/layout/orgChart1"/>
    <dgm:cxn modelId="{B97EAC27-6798-5742-AEF2-8049034F1A6C}" type="presParOf" srcId="{3D8AFCDA-D7F8-6C42-B352-B78AF1F298F2}" destId="{92653396-9D67-E149-9C1C-AB0304EF91C9}" srcOrd="1" destOrd="0" presId="urn:microsoft.com/office/officeart/2005/8/layout/orgChart1"/>
    <dgm:cxn modelId="{DF005B6A-BB92-C745-8F5D-401419693226}" type="presParOf" srcId="{92653396-9D67-E149-9C1C-AB0304EF91C9}" destId="{7D02FFF3-8DC0-2A4B-88D2-09F55F2961B5}" srcOrd="0" destOrd="0" presId="urn:microsoft.com/office/officeart/2005/8/layout/orgChart1"/>
    <dgm:cxn modelId="{5C12F860-A9AF-6C41-9A52-E9BF5E342724}" type="presParOf" srcId="{92653396-9D67-E149-9C1C-AB0304EF91C9}" destId="{78065565-D889-2E4C-B914-71FDCF33E6CF}" srcOrd="1" destOrd="0" presId="urn:microsoft.com/office/officeart/2005/8/layout/orgChart1"/>
    <dgm:cxn modelId="{B609D3DE-BD3F-3345-8375-1932351E7AC8}" type="presParOf" srcId="{78065565-D889-2E4C-B914-71FDCF33E6CF}" destId="{4FBB2725-A17D-DF4A-BF8B-3FEA38635A51}" srcOrd="0" destOrd="0" presId="urn:microsoft.com/office/officeart/2005/8/layout/orgChart1"/>
    <dgm:cxn modelId="{10FEC497-6A45-7148-BDD7-A0AA7925F724}" type="presParOf" srcId="{4FBB2725-A17D-DF4A-BF8B-3FEA38635A51}" destId="{388F0982-577E-284C-9FBE-99A7E813D515}" srcOrd="0" destOrd="0" presId="urn:microsoft.com/office/officeart/2005/8/layout/orgChart1"/>
    <dgm:cxn modelId="{C898DF9A-7AF9-2F45-8669-FA81DD32C8D0}" type="presParOf" srcId="{4FBB2725-A17D-DF4A-BF8B-3FEA38635A51}" destId="{776B0DC9-68FF-4B46-840D-087FAF240BC4}" srcOrd="1" destOrd="0" presId="urn:microsoft.com/office/officeart/2005/8/layout/orgChart1"/>
    <dgm:cxn modelId="{4CEEDC38-9BFB-2848-BA2B-CC04CD60C935}" type="presParOf" srcId="{78065565-D889-2E4C-B914-71FDCF33E6CF}" destId="{3EACEC14-E337-3F4E-BAD0-EBDC081B981B}" srcOrd="1" destOrd="0" presId="urn:microsoft.com/office/officeart/2005/8/layout/orgChart1"/>
    <dgm:cxn modelId="{046D0D50-0950-A94B-97E0-DC3129FDAD76}" type="presParOf" srcId="{78065565-D889-2E4C-B914-71FDCF33E6CF}" destId="{8D73E275-D8C2-C647-BFC6-BF547D8F82F0}" srcOrd="2" destOrd="0" presId="urn:microsoft.com/office/officeart/2005/8/layout/orgChart1"/>
    <dgm:cxn modelId="{BDEC641B-767F-1746-ADB7-44ECFEEE1B7D}" type="presParOf" srcId="{92653396-9D67-E149-9C1C-AB0304EF91C9}" destId="{6B9207FB-4654-4340-9AAE-5C9400983D3F}" srcOrd="2" destOrd="0" presId="urn:microsoft.com/office/officeart/2005/8/layout/orgChart1"/>
    <dgm:cxn modelId="{0D8ED53A-4316-E840-A885-28ED0400FBD5}" type="presParOf" srcId="{92653396-9D67-E149-9C1C-AB0304EF91C9}" destId="{86098576-77C2-3F4C-B463-AE3FE47C4F8A}" srcOrd="3" destOrd="0" presId="urn:microsoft.com/office/officeart/2005/8/layout/orgChart1"/>
    <dgm:cxn modelId="{36B1537E-3919-414C-9096-020D2CA293BC}" type="presParOf" srcId="{86098576-77C2-3F4C-B463-AE3FE47C4F8A}" destId="{7FA2FDB5-7522-A846-B03B-6E8D3644DACE}" srcOrd="0" destOrd="0" presId="urn:microsoft.com/office/officeart/2005/8/layout/orgChart1"/>
    <dgm:cxn modelId="{E15D6D76-83E7-6743-8174-D176160115F3}" type="presParOf" srcId="{7FA2FDB5-7522-A846-B03B-6E8D3644DACE}" destId="{868D400D-13A3-6D41-9B30-6788A1F8E93E}" srcOrd="0" destOrd="0" presId="urn:microsoft.com/office/officeart/2005/8/layout/orgChart1"/>
    <dgm:cxn modelId="{673CE858-BCE4-664A-BD78-B29D6B156907}" type="presParOf" srcId="{7FA2FDB5-7522-A846-B03B-6E8D3644DACE}" destId="{4FE57CD3-A084-714C-BDBD-6B28A5BE0211}" srcOrd="1" destOrd="0" presId="urn:microsoft.com/office/officeart/2005/8/layout/orgChart1"/>
    <dgm:cxn modelId="{9BB7A6C4-6727-044D-909E-4334991D3B1C}" type="presParOf" srcId="{86098576-77C2-3F4C-B463-AE3FE47C4F8A}" destId="{18CD19B0-CABB-3340-BC0D-04150427C3B2}" srcOrd="1" destOrd="0" presId="urn:microsoft.com/office/officeart/2005/8/layout/orgChart1"/>
    <dgm:cxn modelId="{96A1DCB2-52C0-3240-AE51-1EEB7D6A48DE}" type="presParOf" srcId="{86098576-77C2-3F4C-B463-AE3FE47C4F8A}" destId="{D8CC2CDC-7DDF-C44A-B366-0543D13CFD0C}" srcOrd="2" destOrd="0" presId="urn:microsoft.com/office/officeart/2005/8/layout/orgChart1"/>
    <dgm:cxn modelId="{952082FF-065C-B34C-A94D-B1FA211D253C}" type="presParOf" srcId="{3D8AFCDA-D7F8-6C42-B352-B78AF1F298F2}" destId="{8168B729-396D-204E-9099-BBCD4DF855E2}" srcOrd="2" destOrd="0" presId="urn:microsoft.com/office/officeart/2005/8/layout/orgChart1"/>
  </dgm:cxnLst>
  <dgm:bg/>
  <dgm:whole>
    <a:ln w="9525" cap="flat" cmpd="sng" algn="ctr">
      <a:noFill/>
      <a:prstDash val="solid"/>
      <a:round/>
      <a:headEnd type="none" w="med" len="med"/>
      <a:tailEnd type="none" w="med" len="med"/>
    </a:ln>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DCE58BA-A58E-C843-84EC-58D4660477B3}">
      <dsp:nvSpPr>
        <dsp:cNvPr id="0" name=""/>
        <dsp:cNvSpPr/>
      </dsp:nvSpPr>
      <dsp:spPr>
        <a:xfrm>
          <a:off x="3886200" y="1818805"/>
          <a:ext cx="2749514" cy="477188"/>
        </a:xfrm>
        <a:custGeom>
          <a:avLst/>
          <a:gdLst/>
          <a:ahLst/>
          <a:cxnLst/>
          <a:rect l="0" t="0" r="0" b="0"/>
          <a:pathLst>
            <a:path>
              <a:moveTo>
                <a:pt x="0" y="0"/>
              </a:moveTo>
              <a:lnTo>
                <a:pt x="0" y="238594"/>
              </a:lnTo>
              <a:lnTo>
                <a:pt x="2749514" y="238594"/>
              </a:lnTo>
              <a:lnTo>
                <a:pt x="2749514" y="477188"/>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B98E49BC-C8ED-BE45-ACBF-DDCE4837DCD1}">
      <dsp:nvSpPr>
        <dsp:cNvPr id="0" name=""/>
        <dsp:cNvSpPr/>
      </dsp:nvSpPr>
      <dsp:spPr>
        <a:xfrm>
          <a:off x="3840480" y="1818805"/>
          <a:ext cx="91440" cy="477188"/>
        </a:xfrm>
        <a:custGeom>
          <a:avLst/>
          <a:gdLst/>
          <a:ahLst/>
          <a:cxnLst/>
          <a:rect l="0" t="0" r="0" b="0"/>
          <a:pathLst>
            <a:path>
              <a:moveTo>
                <a:pt x="45720" y="0"/>
              </a:moveTo>
              <a:lnTo>
                <a:pt x="45720" y="477188"/>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45081726-1EF5-3243-A446-F3BB339EB816}">
      <dsp:nvSpPr>
        <dsp:cNvPr id="0" name=""/>
        <dsp:cNvSpPr/>
      </dsp:nvSpPr>
      <dsp:spPr>
        <a:xfrm>
          <a:off x="1136685" y="1818805"/>
          <a:ext cx="2749514" cy="477188"/>
        </a:xfrm>
        <a:custGeom>
          <a:avLst/>
          <a:gdLst/>
          <a:ahLst/>
          <a:cxnLst/>
          <a:rect l="0" t="0" r="0" b="0"/>
          <a:pathLst>
            <a:path>
              <a:moveTo>
                <a:pt x="2749514" y="0"/>
              </a:moveTo>
              <a:lnTo>
                <a:pt x="2749514" y="238594"/>
              </a:lnTo>
              <a:lnTo>
                <a:pt x="0" y="238594"/>
              </a:lnTo>
              <a:lnTo>
                <a:pt x="0" y="477188"/>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4730C53D-0CE7-B440-B8A7-9954505A3BDA}">
      <dsp:nvSpPr>
        <dsp:cNvPr id="0" name=""/>
        <dsp:cNvSpPr/>
      </dsp:nvSpPr>
      <dsp:spPr>
        <a:xfrm>
          <a:off x="2750036" y="682642"/>
          <a:ext cx="2272326" cy="1136163"/>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1590" tIns="21590" rIns="21590" bIns="21590" numCol="1" spcCol="1270" anchor="ctr" anchorCtr="0">
          <a:noAutofit/>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3400" b="0" i="0" u="none" strike="noStrike" kern="1200" cap="none" normalizeH="0" baseline="0" dirty="0">
              <a:ln>
                <a:noFill/>
              </a:ln>
              <a:solidFill>
                <a:schemeClr val="tx1"/>
              </a:solidFill>
              <a:effectLst/>
              <a:latin typeface="Tahoma" panose="020B0604030504040204" pitchFamily="34" charset="0"/>
            </a:rPr>
            <a:t>Bhava</a:t>
          </a:r>
        </a:p>
      </dsp:txBody>
      <dsp:txXfrm>
        <a:off x="2750036" y="682642"/>
        <a:ext cx="2272326" cy="1136163"/>
      </dsp:txXfrm>
    </dsp:sp>
    <dsp:sp modelId="{57618C97-5C6B-464C-9A91-CE87FA3319B2}">
      <dsp:nvSpPr>
        <dsp:cNvPr id="0" name=""/>
        <dsp:cNvSpPr/>
      </dsp:nvSpPr>
      <dsp:spPr>
        <a:xfrm>
          <a:off x="521" y="2295994"/>
          <a:ext cx="2272326" cy="1136163"/>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1590" tIns="21590" rIns="21590" bIns="21590" numCol="1" spcCol="1270" anchor="ctr" anchorCtr="0">
          <a:noAutofit/>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3400" b="0" i="0" u="none" strike="noStrike" kern="1200" cap="none" normalizeH="0" baseline="0">
              <a:ln>
                <a:noFill/>
              </a:ln>
              <a:solidFill>
                <a:schemeClr val="tx1"/>
              </a:solidFill>
              <a:effectLst/>
              <a:latin typeface="Tahoma" panose="020B0604030504040204" pitchFamily="34" charset="0"/>
            </a:rPr>
            <a:t>Sthayi</a:t>
          </a:r>
        </a:p>
      </dsp:txBody>
      <dsp:txXfrm>
        <a:off x="521" y="2295994"/>
        <a:ext cx="2272326" cy="1136163"/>
      </dsp:txXfrm>
    </dsp:sp>
    <dsp:sp modelId="{4A2BE315-5153-F74D-8419-677C6AC04A27}">
      <dsp:nvSpPr>
        <dsp:cNvPr id="0" name=""/>
        <dsp:cNvSpPr/>
      </dsp:nvSpPr>
      <dsp:spPr>
        <a:xfrm>
          <a:off x="2750036" y="2295994"/>
          <a:ext cx="2272326" cy="1136163"/>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1590" tIns="21590" rIns="21590" bIns="21590" numCol="1" spcCol="1270" anchor="ctr" anchorCtr="0">
          <a:noAutofit/>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3400" b="0" i="0" u="none" strike="noStrike" kern="1200" cap="none" normalizeH="0" baseline="0">
              <a:ln>
                <a:noFill/>
              </a:ln>
              <a:solidFill>
                <a:schemeClr val="tx1"/>
              </a:solidFill>
              <a:effectLst/>
              <a:latin typeface="Tahoma" panose="020B0604030504040204" pitchFamily="34" charset="0"/>
            </a:rPr>
            <a:t>Vyabhichari</a:t>
          </a:r>
        </a:p>
      </dsp:txBody>
      <dsp:txXfrm>
        <a:off x="2750036" y="2295994"/>
        <a:ext cx="2272326" cy="1136163"/>
      </dsp:txXfrm>
    </dsp:sp>
    <dsp:sp modelId="{EEF463C3-E1EF-CB4A-91CC-A7A69D86BE6E}">
      <dsp:nvSpPr>
        <dsp:cNvPr id="0" name=""/>
        <dsp:cNvSpPr/>
      </dsp:nvSpPr>
      <dsp:spPr>
        <a:xfrm>
          <a:off x="5499551" y="2295994"/>
          <a:ext cx="2272326" cy="1136163"/>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1590" tIns="21590" rIns="21590" bIns="21590" numCol="1" spcCol="1270" anchor="ctr" anchorCtr="0">
          <a:noAutofit/>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3400" b="0" i="0" u="none" strike="noStrike" kern="1200" cap="none" normalizeH="0" baseline="0">
              <a:ln>
                <a:noFill/>
              </a:ln>
              <a:solidFill>
                <a:schemeClr val="tx1"/>
              </a:solidFill>
              <a:effectLst/>
              <a:latin typeface="Tahoma" panose="020B0604030504040204" pitchFamily="34" charset="0"/>
            </a:rPr>
            <a:t>Sattvika</a:t>
          </a:r>
        </a:p>
      </dsp:txBody>
      <dsp:txXfrm>
        <a:off x="5499551" y="2295994"/>
        <a:ext cx="2272326" cy="1136163"/>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B9207FB-4654-4340-9AAE-5C9400983D3F}">
      <dsp:nvSpPr>
        <dsp:cNvPr id="0" name=""/>
        <dsp:cNvSpPr/>
      </dsp:nvSpPr>
      <dsp:spPr>
        <a:xfrm>
          <a:off x="3886200" y="1700753"/>
          <a:ext cx="2054961" cy="713292"/>
        </a:xfrm>
        <a:custGeom>
          <a:avLst/>
          <a:gdLst/>
          <a:ahLst/>
          <a:cxnLst/>
          <a:rect l="0" t="0" r="0" b="0"/>
          <a:pathLst>
            <a:path>
              <a:moveTo>
                <a:pt x="0" y="0"/>
              </a:moveTo>
              <a:lnTo>
                <a:pt x="0" y="356646"/>
              </a:lnTo>
              <a:lnTo>
                <a:pt x="2054961" y="356646"/>
              </a:lnTo>
              <a:lnTo>
                <a:pt x="2054961" y="713292"/>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7D02FFF3-8DC0-2A4B-88D2-09F55F2961B5}">
      <dsp:nvSpPr>
        <dsp:cNvPr id="0" name=""/>
        <dsp:cNvSpPr/>
      </dsp:nvSpPr>
      <dsp:spPr>
        <a:xfrm>
          <a:off x="1831238" y="1700753"/>
          <a:ext cx="2054961" cy="713292"/>
        </a:xfrm>
        <a:custGeom>
          <a:avLst/>
          <a:gdLst/>
          <a:ahLst/>
          <a:cxnLst/>
          <a:rect l="0" t="0" r="0" b="0"/>
          <a:pathLst>
            <a:path>
              <a:moveTo>
                <a:pt x="2054961" y="0"/>
              </a:moveTo>
              <a:lnTo>
                <a:pt x="2054961" y="356646"/>
              </a:lnTo>
              <a:lnTo>
                <a:pt x="0" y="356646"/>
              </a:lnTo>
              <a:lnTo>
                <a:pt x="0" y="713292"/>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04BD9C4A-FEB0-DD49-863C-424CC7837B6E}">
      <dsp:nvSpPr>
        <dsp:cNvPr id="0" name=""/>
        <dsp:cNvSpPr/>
      </dsp:nvSpPr>
      <dsp:spPr>
        <a:xfrm>
          <a:off x="2187885" y="2438"/>
          <a:ext cx="3396629" cy="1698314"/>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3655" tIns="33655" rIns="33655" bIns="33655" numCol="1" spcCol="1270" anchor="ctr" anchorCtr="0">
          <a:noAutofit/>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5300" b="0" i="0" u="none" strike="noStrike" kern="1200" cap="none" normalizeH="0" baseline="0">
              <a:ln>
                <a:noFill/>
              </a:ln>
              <a:solidFill>
                <a:schemeClr val="tx1"/>
              </a:solidFill>
              <a:effectLst/>
              <a:latin typeface="Tahoma" panose="020B0604030504040204" pitchFamily="34" charset="0"/>
            </a:rPr>
            <a:t>Love</a:t>
          </a:r>
        </a:p>
      </dsp:txBody>
      <dsp:txXfrm>
        <a:off x="2187885" y="2438"/>
        <a:ext cx="3396629" cy="1698314"/>
      </dsp:txXfrm>
    </dsp:sp>
    <dsp:sp modelId="{388F0982-577E-284C-9FBE-99A7E813D515}">
      <dsp:nvSpPr>
        <dsp:cNvPr id="0" name=""/>
        <dsp:cNvSpPr/>
      </dsp:nvSpPr>
      <dsp:spPr>
        <a:xfrm>
          <a:off x="132923" y="2414046"/>
          <a:ext cx="3396629" cy="1698314"/>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3655" tIns="33655" rIns="33655" bIns="33655" numCol="1" spcCol="1270" anchor="ctr" anchorCtr="0">
          <a:noAutofit/>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5300" b="0" i="0" u="none" strike="noStrike" kern="1200" cap="none" normalizeH="0" baseline="0">
              <a:ln>
                <a:noFill/>
              </a:ln>
              <a:solidFill>
                <a:schemeClr val="tx1"/>
              </a:solidFill>
              <a:effectLst/>
              <a:latin typeface="Tahoma" panose="020B0604030504040204" pitchFamily="34" charset="0"/>
            </a:rPr>
            <a:t>Love in Union</a:t>
          </a:r>
        </a:p>
      </dsp:txBody>
      <dsp:txXfrm>
        <a:off x="132923" y="2414046"/>
        <a:ext cx="3396629" cy="1698314"/>
      </dsp:txXfrm>
    </dsp:sp>
    <dsp:sp modelId="{868D400D-13A3-6D41-9B30-6788A1F8E93E}">
      <dsp:nvSpPr>
        <dsp:cNvPr id="0" name=""/>
        <dsp:cNvSpPr/>
      </dsp:nvSpPr>
      <dsp:spPr>
        <a:xfrm>
          <a:off x="4242846" y="2414046"/>
          <a:ext cx="3396629" cy="1698314"/>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3655" tIns="33655" rIns="33655" bIns="33655" numCol="1" spcCol="1270" anchor="ctr" anchorCtr="0">
          <a:noAutofit/>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5300" b="0" i="0" u="none" strike="noStrike" kern="1200" cap="none" normalizeH="0" baseline="0">
              <a:ln>
                <a:noFill/>
              </a:ln>
              <a:solidFill>
                <a:schemeClr val="tx1"/>
              </a:solidFill>
              <a:effectLst/>
              <a:latin typeface="Tahoma" panose="020B0604030504040204" pitchFamily="34" charset="0"/>
            </a:rPr>
            <a:t>Love in separation</a:t>
          </a:r>
        </a:p>
      </dsp:txBody>
      <dsp:txXfrm>
        <a:off x="4242846" y="2414046"/>
        <a:ext cx="3396629" cy="1698314"/>
      </dsp:txXfrm>
    </dsp:sp>
  </dsp:spTree>
</dsp:drawing>
</file>

<file path=ppt/diagrams/layout1.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6082"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lvl1pPr>
          </a:lstStyle>
          <a:p>
            <a:pPr>
              <a:defRPr/>
            </a:pPr>
            <a:endParaRPr lang="en-US"/>
          </a:p>
        </p:txBody>
      </p:sp>
      <p:sp>
        <p:nvSpPr>
          <p:cNvPr id="46083" name="Rectangle 3"/>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vl1pPr>
          </a:lstStyle>
          <a:p>
            <a:pPr>
              <a:defRPr/>
            </a:pPr>
            <a:endParaRPr lang="en-US"/>
          </a:p>
        </p:txBody>
      </p:sp>
      <p:sp>
        <p:nvSpPr>
          <p:cNvPr id="13316"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p:spPr>
      </p:sp>
      <p:sp>
        <p:nvSpPr>
          <p:cNvPr id="46085" name="Rectangle 5"/>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46086" name="Rectangle 6"/>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vl1pPr>
          </a:lstStyle>
          <a:p>
            <a:pPr>
              <a:defRPr/>
            </a:pPr>
            <a:endParaRPr lang="en-US"/>
          </a:p>
        </p:txBody>
      </p:sp>
      <p:sp>
        <p:nvSpPr>
          <p:cNvPr id="46087" name="Rectangle 7"/>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vl1pPr>
          </a:lstStyle>
          <a:p>
            <a:pPr>
              <a:defRPr/>
            </a:pPr>
            <a:fld id="{CE32784D-F1C4-490A-9C3F-9FCA8F8980CE}" type="slidenum">
              <a:rPr lang="en-US"/>
              <a:pPr>
                <a:defRPr/>
              </a:pPr>
              <a:t>‹#›</a:t>
            </a:fld>
            <a:endParaRPr 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7"/>
          <p:cNvSpPr>
            <a:spLocks noGrp="1" noChangeArrowheads="1"/>
          </p:cNvSpPr>
          <p:nvPr>
            <p:ph type="sldNum" sz="quarter" idx="5"/>
          </p:nvPr>
        </p:nvSpPr>
        <p:spPr>
          <a:noFill/>
        </p:spPr>
        <p:txBody>
          <a:bodyPr/>
          <a:lstStyle/>
          <a:p>
            <a:fld id="{116AB926-21EB-41D7-8506-F7A87FA6C1F6}" type="slidenum">
              <a:rPr lang="en-US" smtClean="0"/>
              <a:pPr/>
              <a:t>6</a:t>
            </a:fld>
            <a:endParaRPr lang="en-US"/>
          </a:p>
        </p:txBody>
      </p:sp>
      <p:sp>
        <p:nvSpPr>
          <p:cNvPr id="14339" name="Rectangle 2"/>
          <p:cNvSpPr>
            <a:spLocks noGrp="1" noRot="1" noChangeAspect="1" noChangeArrowheads="1" noTextEdit="1"/>
          </p:cNvSpPr>
          <p:nvPr>
            <p:ph type="sldImg"/>
          </p:nvPr>
        </p:nvSpPr>
        <p:spPr>
          <a:ln/>
        </p:spPr>
      </p:sp>
      <p:sp>
        <p:nvSpPr>
          <p:cNvPr id="14340" name="Rectangle 3"/>
          <p:cNvSpPr>
            <a:spLocks noGrp="1" noChangeArrowheads="1"/>
          </p:cNvSpPr>
          <p:nvPr>
            <p:ph type="body" idx="1"/>
          </p:nvPr>
        </p:nvSpPr>
        <p:spPr>
          <a:noFill/>
          <a:ln/>
        </p:spPr>
        <p:txBody>
          <a:bodyPr/>
          <a:lstStyle/>
          <a:p>
            <a:pPr eaLnBrk="1" hangingPunct="1"/>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7"/>
          <p:cNvSpPr>
            <a:spLocks noGrp="1" noChangeArrowheads="1"/>
          </p:cNvSpPr>
          <p:nvPr>
            <p:ph type="sldNum" sz="quarter" idx="5"/>
          </p:nvPr>
        </p:nvSpPr>
        <p:spPr>
          <a:noFill/>
        </p:spPr>
        <p:txBody>
          <a:bodyPr/>
          <a:lstStyle/>
          <a:p>
            <a:fld id="{52A42999-A3FC-4390-BE9B-42AC4AD1425B}" type="slidenum">
              <a:rPr lang="en-US" smtClean="0"/>
              <a:pPr/>
              <a:t>7</a:t>
            </a:fld>
            <a:endParaRPr lang="en-US"/>
          </a:p>
        </p:txBody>
      </p:sp>
      <p:sp>
        <p:nvSpPr>
          <p:cNvPr id="15363" name="Rectangle 2"/>
          <p:cNvSpPr>
            <a:spLocks noGrp="1" noRot="1" noChangeAspect="1" noChangeArrowheads="1" noTextEdit="1"/>
          </p:cNvSpPr>
          <p:nvPr>
            <p:ph type="sldImg"/>
          </p:nvPr>
        </p:nvSpPr>
        <p:spPr>
          <a:ln/>
        </p:spPr>
      </p:sp>
      <p:sp>
        <p:nvSpPr>
          <p:cNvPr id="15364" name="Rectangle 3"/>
          <p:cNvSpPr>
            <a:spLocks noGrp="1" noChangeArrowheads="1"/>
          </p:cNvSpPr>
          <p:nvPr>
            <p:ph type="body" idx="1"/>
          </p:nvPr>
        </p:nvSpPr>
        <p:spPr>
          <a:noFill/>
          <a:ln/>
        </p:spPr>
        <p:txBody>
          <a:bodyPr/>
          <a:lstStyle/>
          <a:p>
            <a:pPr eaLnBrk="1" hangingPunct="1"/>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7"/>
          <p:cNvSpPr>
            <a:spLocks noGrp="1" noChangeArrowheads="1"/>
          </p:cNvSpPr>
          <p:nvPr>
            <p:ph type="sldNum" sz="quarter" idx="5"/>
          </p:nvPr>
        </p:nvSpPr>
        <p:spPr>
          <a:noFill/>
        </p:spPr>
        <p:txBody>
          <a:bodyPr/>
          <a:lstStyle/>
          <a:p>
            <a:fld id="{43ED41E9-B1C4-45F3-91FE-B4BFEB00120A}" type="slidenum">
              <a:rPr lang="en-US" smtClean="0"/>
              <a:pPr/>
              <a:t>8</a:t>
            </a:fld>
            <a:endParaRPr lang="en-US"/>
          </a:p>
        </p:txBody>
      </p:sp>
      <p:sp>
        <p:nvSpPr>
          <p:cNvPr id="16387" name="Rectangle 2"/>
          <p:cNvSpPr>
            <a:spLocks noGrp="1" noRot="1" noChangeAspect="1" noChangeArrowheads="1" noTextEdit="1"/>
          </p:cNvSpPr>
          <p:nvPr>
            <p:ph type="sldImg"/>
          </p:nvPr>
        </p:nvSpPr>
        <p:spPr>
          <a:ln/>
        </p:spPr>
      </p:sp>
      <p:sp>
        <p:nvSpPr>
          <p:cNvPr id="16388" name="Rectangle 3"/>
          <p:cNvSpPr>
            <a:spLocks noGrp="1" noChangeArrowheads="1"/>
          </p:cNvSpPr>
          <p:nvPr>
            <p:ph type="body" idx="1"/>
          </p:nvPr>
        </p:nvSpPr>
        <p:spPr>
          <a:noFill/>
          <a:ln/>
        </p:spPr>
        <p:txBody>
          <a:bodyPr/>
          <a:lstStyle/>
          <a:p>
            <a:pPr eaLnBrk="1" hangingPunct="1"/>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7"/>
          <p:cNvSpPr>
            <a:spLocks noGrp="1" noChangeArrowheads="1"/>
          </p:cNvSpPr>
          <p:nvPr>
            <p:ph type="sldNum" sz="quarter" idx="5"/>
          </p:nvPr>
        </p:nvSpPr>
        <p:spPr>
          <a:noFill/>
        </p:spPr>
        <p:txBody>
          <a:bodyPr/>
          <a:lstStyle/>
          <a:p>
            <a:fld id="{52AFFDDF-EB1D-4940-9E13-2622C725434B}" type="slidenum">
              <a:rPr lang="en-US" smtClean="0"/>
              <a:pPr/>
              <a:t>9</a:t>
            </a:fld>
            <a:endParaRPr lang="en-US"/>
          </a:p>
        </p:txBody>
      </p:sp>
      <p:sp>
        <p:nvSpPr>
          <p:cNvPr id="17411" name="Rectangle 2"/>
          <p:cNvSpPr>
            <a:spLocks noGrp="1" noRot="1" noChangeAspect="1" noChangeArrowheads="1" noTextEdit="1"/>
          </p:cNvSpPr>
          <p:nvPr>
            <p:ph type="sldImg"/>
          </p:nvPr>
        </p:nvSpPr>
        <p:spPr>
          <a:ln/>
        </p:spPr>
      </p:sp>
      <p:sp>
        <p:nvSpPr>
          <p:cNvPr id="17412" name="Rectangle 3"/>
          <p:cNvSpPr>
            <a:spLocks noGrp="1" noChangeArrowheads="1"/>
          </p:cNvSpPr>
          <p:nvPr>
            <p:ph type="body" idx="1"/>
          </p:nvPr>
        </p:nvSpPr>
        <p:spPr>
          <a:noFill/>
          <a:ln/>
        </p:spPr>
        <p:txBody>
          <a:bodyPr/>
          <a:lstStyle/>
          <a:p>
            <a:pPr eaLnBrk="1" hangingPunct="1"/>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7"/>
          <p:cNvSpPr>
            <a:spLocks noGrp="1" noChangeArrowheads="1"/>
          </p:cNvSpPr>
          <p:nvPr>
            <p:ph type="sldNum" sz="quarter" idx="5"/>
          </p:nvPr>
        </p:nvSpPr>
        <p:spPr>
          <a:noFill/>
        </p:spPr>
        <p:txBody>
          <a:bodyPr/>
          <a:lstStyle/>
          <a:p>
            <a:fld id="{72AAA3AC-10EE-47DD-8C11-FC28D32BBAE0}" type="slidenum">
              <a:rPr lang="en-US" smtClean="0"/>
              <a:pPr/>
              <a:t>10</a:t>
            </a:fld>
            <a:endParaRPr lang="en-US"/>
          </a:p>
        </p:txBody>
      </p:sp>
      <p:sp>
        <p:nvSpPr>
          <p:cNvPr id="18435" name="Rectangle 2"/>
          <p:cNvSpPr>
            <a:spLocks noGrp="1" noRot="1" noChangeAspect="1" noChangeArrowheads="1" noTextEdit="1"/>
          </p:cNvSpPr>
          <p:nvPr>
            <p:ph type="sldImg"/>
          </p:nvPr>
        </p:nvSpPr>
        <p:spPr>
          <a:ln/>
        </p:spPr>
      </p:sp>
      <p:sp>
        <p:nvSpPr>
          <p:cNvPr id="18436" name="Rectangle 3"/>
          <p:cNvSpPr>
            <a:spLocks noGrp="1" noChangeArrowheads="1"/>
          </p:cNvSpPr>
          <p:nvPr>
            <p:ph type="body" idx="1"/>
          </p:nvPr>
        </p:nvSpPr>
        <p:spPr>
          <a:noFill/>
          <a:ln/>
        </p:spPr>
        <p:txBody>
          <a:bodyPr/>
          <a:lstStyle/>
          <a:p>
            <a:pPr eaLnBrk="1" hangingPunct="1"/>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7"/>
          <p:cNvSpPr>
            <a:spLocks noGrp="1" noChangeArrowheads="1"/>
          </p:cNvSpPr>
          <p:nvPr>
            <p:ph type="sldNum" sz="quarter" idx="5"/>
          </p:nvPr>
        </p:nvSpPr>
        <p:spPr>
          <a:noFill/>
        </p:spPr>
        <p:txBody>
          <a:bodyPr/>
          <a:lstStyle/>
          <a:p>
            <a:fld id="{915D3AC4-7975-471C-9995-4327F2348E86}" type="slidenum">
              <a:rPr lang="en-US" smtClean="0"/>
              <a:pPr/>
              <a:t>11</a:t>
            </a:fld>
            <a:endParaRPr lang="en-US"/>
          </a:p>
        </p:txBody>
      </p:sp>
      <p:sp>
        <p:nvSpPr>
          <p:cNvPr id="19459" name="Rectangle 2"/>
          <p:cNvSpPr>
            <a:spLocks noGrp="1" noRot="1" noChangeAspect="1" noChangeArrowheads="1" noTextEdit="1"/>
          </p:cNvSpPr>
          <p:nvPr>
            <p:ph type="sldImg"/>
          </p:nvPr>
        </p:nvSpPr>
        <p:spPr>
          <a:ln/>
        </p:spPr>
      </p:sp>
      <p:sp>
        <p:nvSpPr>
          <p:cNvPr id="19460" name="Rectangle 3"/>
          <p:cNvSpPr>
            <a:spLocks noGrp="1" noChangeArrowheads="1"/>
          </p:cNvSpPr>
          <p:nvPr>
            <p:ph type="body" idx="1"/>
          </p:nvPr>
        </p:nvSpPr>
        <p:spPr>
          <a:noFill/>
          <a:ln/>
        </p:spPr>
        <p:txBody>
          <a:bodyPr/>
          <a:lstStyle/>
          <a:p>
            <a:pPr eaLnBrk="1" hangingPunct="1"/>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7"/>
          <p:cNvSpPr>
            <a:spLocks noGrp="1" noChangeArrowheads="1"/>
          </p:cNvSpPr>
          <p:nvPr>
            <p:ph type="sldNum" sz="quarter" idx="5"/>
          </p:nvPr>
        </p:nvSpPr>
        <p:spPr>
          <a:noFill/>
        </p:spPr>
        <p:txBody>
          <a:bodyPr/>
          <a:lstStyle/>
          <a:p>
            <a:fld id="{D5242C08-65B1-40DA-BB4C-EEACF548ED1A}" type="slidenum">
              <a:rPr lang="en-US" smtClean="0"/>
              <a:pPr/>
              <a:t>12</a:t>
            </a:fld>
            <a:endParaRPr lang="en-US"/>
          </a:p>
        </p:txBody>
      </p:sp>
      <p:sp>
        <p:nvSpPr>
          <p:cNvPr id="20483" name="Rectangle 2"/>
          <p:cNvSpPr>
            <a:spLocks noGrp="1" noRot="1" noChangeAspect="1" noChangeArrowheads="1" noTextEdit="1"/>
          </p:cNvSpPr>
          <p:nvPr>
            <p:ph type="sldImg"/>
          </p:nvPr>
        </p:nvSpPr>
        <p:spPr>
          <a:ln/>
        </p:spPr>
      </p:sp>
      <p:sp>
        <p:nvSpPr>
          <p:cNvPr id="20484" name="Rectangle 3"/>
          <p:cNvSpPr>
            <a:spLocks noGrp="1" noChangeArrowheads="1"/>
          </p:cNvSpPr>
          <p:nvPr>
            <p:ph type="body" idx="1"/>
          </p:nvPr>
        </p:nvSpPr>
        <p:spPr>
          <a:noFill/>
          <a:ln/>
        </p:spPr>
        <p:txBody>
          <a:bodyPr/>
          <a:lstStyle/>
          <a:p>
            <a:pPr eaLnBrk="1" hangingPunct="1"/>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7"/>
          <p:cNvSpPr>
            <a:spLocks noGrp="1" noChangeArrowheads="1"/>
          </p:cNvSpPr>
          <p:nvPr>
            <p:ph type="sldNum" sz="quarter" idx="5"/>
          </p:nvPr>
        </p:nvSpPr>
        <p:spPr>
          <a:noFill/>
        </p:spPr>
        <p:txBody>
          <a:bodyPr/>
          <a:lstStyle/>
          <a:p>
            <a:fld id="{9946AD04-DD05-481F-9D05-9FDAF9C862D0}" type="slidenum">
              <a:rPr lang="en-US" smtClean="0"/>
              <a:pPr/>
              <a:t>13</a:t>
            </a:fld>
            <a:endParaRPr lang="en-US"/>
          </a:p>
        </p:txBody>
      </p:sp>
      <p:sp>
        <p:nvSpPr>
          <p:cNvPr id="21507" name="Rectangle 2"/>
          <p:cNvSpPr>
            <a:spLocks noGrp="1" noRot="1" noChangeAspect="1" noChangeArrowheads="1" noTextEdit="1"/>
          </p:cNvSpPr>
          <p:nvPr>
            <p:ph type="sldImg"/>
          </p:nvPr>
        </p:nvSpPr>
        <p:spPr>
          <a:ln/>
        </p:spPr>
      </p:sp>
      <p:sp>
        <p:nvSpPr>
          <p:cNvPr id="21508" name="Rectangle 3"/>
          <p:cNvSpPr>
            <a:spLocks noGrp="1" noChangeArrowheads="1"/>
          </p:cNvSpPr>
          <p:nvPr>
            <p:ph type="body" idx="1"/>
          </p:nvPr>
        </p:nvSpPr>
        <p:spPr>
          <a:noFill/>
          <a:ln/>
        </p:spPr>
        <p:txBody>
          <a:bodyPr/>
          <a:lstStyle/>
          <a:p>
            <a:pPr eaLnBrk="1" hangingPunct="1"/>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7"/>
          <p:cNvSpPr>
            <a:spLocks noGrp="1" noChangeArrowheads="1"/>
          </p:cNvSpPr>
          <p:nvPr>
            <p:ph type="sldNum" sz="quarter" idx="5"/>
          </p:nvPr>
        </p:nvSpPr>
        <p:spPr>
          <a:noFill/>
        </p:spPr>
        <p:txBody>
          <a:bodyPr/>
          <a:lstStyle/>
          <a:p>
            <a:fld id="{EA5D0DB5-AE6D-453C-AD05-873341FB8A5C}" type="slidenum">
              <a:rPr lang="en-US" smtClean="0"/>
              <a:pPr/>
              <a:t>14</a:t>
            </a:fld>
            <a:endParaRPr lang="en-US"/>
          </a:p>
        </p:txBody>
      </p:sp>
      <p:sp>
        <p:nvSpPr>
          <p:cNvPr id="22531" name="Rectangle 2"/>
          <p:cNvSpPr>
            <a:spLocks noGrp="1" noRot="1" noChangeAspect="1" noChangeArrowheads="1" noTextEdit="1"/>
          </p:cNvSpPr>
          <p:nvPr>
            <p:ph type="sldImg"/>
          </p:nvPr>
        </p:nvSpPr>
        <p:spPr>
          <a:ln/>
        </p:spPr>
      </p:sp>
      <p:sp>
        <p:nvSpPr>
          <p:cNvPr id="22532" name="Rectangle 3"/>
          <p:cNvSpPr>
            <a:spLocks noGrp="1" noChangeArrowheads="1"/>
          </p:cNvSpPr>
          <p:nvPr>
            <p:ph type="body" idx="1"/>
          </p:nvPr>
        </p:nvSpPr>
        <p:spPr>
          <a:noFill/>
          <a:ln/>
        </p:spPr>
        <p:txBody>
          <a:bodyPr/>
          <a:lstStyle/>
          <a:p>
            <a:pPr eaLnBrk="1" hangingPunct="1"/>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7"/>
          <p:cNvSpPr>
            <a:spLocks noGrp="1" noChangeArrowheads="1"/>
          </p:cNvSpPr>
          <p:nvPr>
            <p:ph type="sldNum" sz="quarter" idx="5"/>
          </p:nvPr>
        </p:nvSpPr>
        <p:spPr>
          <a:noFill/>
        </p:spPr>
        <p:txBody>
          <a:bodyPr/>
          <a:lstStyle/>
          <a:p>
            <a:fld id="{2B45A77E-9A83-4D7A-A637-0F2B8D708C62}" type="slidenum">
              <a:rPr lang="en-US" smtClean="0"/>
              <a:pPr/>
              <a:t>15</a:t>
            </a:fld>
            <a:endParaRPr lang="en-US"/>
          </a:p>
        </p:txBody>
      </p:sp>
      <p:sp>
        <p:nvSpPr>
          <p:cNvPr id="23555" name="Rectangle 2"/>
          <p:cNvSpPr>
            <a:spLocks noGrp="1" noRot="1" noChangeAspect="1" noChangeArrowheads="1" noTextEdit="1"/>
          </p:cNvSpPr>
          <p:nvPr>
            <p:ph type="sldImg"/>
          </p:nvPr>
        </p:nvSpPr>
        <p:spPr>
          <a:ln/>
        </p:spPr>
      </p:sp>
      <p:sp>
        <p:nvSpPr>
          <p:cNvPr id="23556" name="Rectangle 3"/>
          <p:cNvSpPr>
            <a:spLocks noGrp="1" noChangeArrowheads="1"/>
          </p:cNvSpPr>
          <p:nvPr>
            <p:ph type="body" idx="1"/>
          </p:nvPr>
        </p:nvSpPr>
        <p:spPr>
          <a:noFill/>
          <a:ln/>
        </p:spPr>
        <p:txBody>
          <a:bodyPr/>
          <a:lstStyle/>
          <a:p>
            <a:pPr eaLnBrk="1" hangingPunct="1"/>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7"/>
          <p:cNvSpPr>
            <a:spLocks noGrp="1" noChangeArrowheads="1"/>
          </p:cNvSpPr>
          <p:nvPr>
            <p:ph type="sldNum" sz="quarter" idx="5"/>
          </p:nvPr>
        </p:nvSpPr>
        <p:spPr>
          <a:noFill/>
        </p:spPr>
        <p:txBody>
          <a:bodyPr/>
          <a:lstStyle/>
          <a:p>
            <a:fld id="{F2457357-7165-4BB8-AB0B-E22A2582A9FE}" type="slidenum">
              <a:rPr lang="en-US"/>
              <a:pPr/>
              <a:t>16</a:t>
            </a:fld>
            <a:endParaRPr lang="en-US"/>
          </a:p>
        </p:txBody>
      </p:sp>
      <p:sp>
        <p:nvSpPr>
          <p:cNvPr id="34819" name="Rectangle 2"/>
          <p:cNvSpPr>
            <a:spLocks noGrp="1" noRot="1" noChangeAspect="1" noChangeArrowheads="1" noTextEdit="1"/>
          </p:cNvSpPr>
          <p:nvPr>
            <p:ph type="sldImg"/>
          </p:nvPr>
        </p:nvSpPr>
        <p:spPr>
          <a:xfrm>
            <a:off x="1143000" y="685800"/>
            <a:ext cx="4572000" cy="3429000"/>
          </a:xfrm>
          <a:ln/>
        </p:spPr>
      </p:sp>
      <p:sp>
        <p:nvSpPr>
          <p:cNvPr id="34820" name="Rectangle 3"/>
          <p:cNvSpPr>
            <a:spLocks noGrp="1" noChangeArrowheads="1"/>
          </p:cNvSpPr>
          <p:nvPr>
            <p:ph type="body" idx="1"/>
          </p:nvPr>
        </p:nvSpPr>
        <p:spPr>
          <a:noFill/>
          <a:ln/>
        </p:spPr>
        <p:txBody>
          <a:bodyPr/>
          <a:lstStyle/>
          <a:p>
            <a:pPr eaLnBrk="1" hangingPunct="1"/>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7"/>
          <p:cNvSpPr>
            <a:spLocks noGrp="1" noChangeArrowheads="1"/>
          </p:cNvSpPr>
          <p:nvPr>
            <p:ph type="sldNum" sz="quarter" idx="5"/>
          </p:nvPr>
        </p:nvSpPr>
        <p:spPr>
          <a:noFill/>
        </p:spPr>
        <p:txBody>
          <a:bodyPr/>
          <a:lstStyle/>
          <a:p>
            <a:fld id="{083A77A9-24D3-4169-915B-FFA1502DB0FE}" type="slidenum">
              <a:rPr lang="en-US"/>
              <a:pPr/>
              <a:t>17</a:t>
            </a:fld>
            <a:endParaRPr lang="en-US"/>
          </a:p>
        </p:txBody>
      </p:sp>
      <p:sp>
        <p:nvSpPr>
          <p:cNvPr id="35843" name="Rectangle 2"/>
          <p:cNvSpPr>
            <a:spLocks noGrp="1" noRot="1" noChangeAspect="1" noChangeArrowheads="1" noTextEdit="1"/>
          </p:cNvSpPr>
          <p:nvPr>
            <p:ph type="sldImg"/>
          </p:nvPr>
        </p:nvSpPr>
        <p:spPr>
          <a:xfrm>
            <a:off x="1143000" y="685800"/>
            <a:ext cx="4572000" cy="3429000"/>
          </a:xfrm>
          <a:ln/>
        </p:spPr>
      </p:sp>
      <p:sp>
        <p:nvSpPr>
          <p:cNvPr id="35844" name="Rectangle 3"/>
          <p:cNvSpPr>
            <a:spLocks noGrp="1" noChangeArrowheads="1"/>
          </p:cNvSpPr>
          <p:nvPr>
            <p:ph type="body" idx="1"/>
          </p:nvPr>
        </p:nvSpPr>
        <p:spPr>
          <a:noFill/>
          <a:ln/>
        </p:spPr>
        <p:txBody>
          <a:bodyPr/>
          <a:lstStyle/>
          <a:p>
            <a:pPr eaLnBrk="1" hangingPunct="1"/>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7"/>
          <p:cNvSpPr>
            <a:spLocks noGrp="1" noChangeArrowheads="1"/>
          </p:cNvSpPr>
          <p:nvPr>
            <p:ph type="sldNum" sz="quarter" idx="5"/>
          </p:nvPr>
        </p:nvSpPr>
        <p:spPr>
          <a:noFill/>
        </p:spPr>
        <p:txBody>
          <a:bodyPr/>
          <a:lstStyle/>
          <a:p>
            <a:fld id="{AFE7C5E1-C8F5-412E-9C7F-49737333656A}" type="slidenum">
              <a:rPr lang="en-US"/>
              <a:pPr/>
              <a:t>18</a:t>
            </a:fld>
            <a:endParaRPr lang="en-US"/>
          </a:p>
        </p:txBody>
      </p:sp>
      <p:sp>
        <p:nvSpPr>
          <p:cNvPr id="36867" name="Rectangle 2"/>
          <p:cNvSpPr>
            <a:spLocks noGrp="1" noRot="1" noChangeAspect="1" noChangeArrowheads="1" noTextEdit="1"/>
          </p:cNvSpPr>
          <p:nvPr>
            <p:ph type="sldImg"/>
          </p:nvPr>
        </p:nvSpPr>
        <p:spPr>
          <a:xfrm>
            <a:off x="1143000" y="685800"/>
            <a:ext cx="4572000" cy="3429000"/>
          </a:xfrm>
          <a:ln/>
        </p:spPr>
      </p:sp>
      <p:sp>
        <p:nvSpPr>
          <p:cNvPr id="36868" name="Rectangle 3"/>
          <p:cNvSpPr>
            <a:spLocks noGrp="1" noChangeArrowheads="1"/>
          </p:cNvSpPr>
          <p:nvPr>
            <p:ph type="body" idx="1"/>
          </p:nvPr>
        </p:nvSpPr>
        <p:spPr>
          <a:noFill/>
          <a:ln/>
        </p:spPr>
        <p:txBody>
          <a:bodyPr/>
          <a:lstStyle/>
          <a:p>
            <a:pPr eaLnBrk="1" hangingPunct="1"/>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7"/>
          <p:cNvSpPr>
            <a:spLocks noGrp="1" noChangeArrowheads="1"/>
          </p:cNvSpPr>
          <p:nvPr>
            <p:ph type="sldNum" sz="quarter" idx="5"/>
          </p:nvPr>
        </p:nvSpPr>
        <p:spPr>
          <a:noFill/>
        </p:spPr>
        <p:txBody>
          <a:bodyPr/>
          <a:lstStyle/>
          <a:p>
            <a:fld id="{4F238E2B-AE32-4993-8CCA-91A580FF71C3}" type="slidenum">
              <a:rPr lang="en-US"/>
              <a:pPr/>
              <a:t>19</a:t>
            </a:fld>
            <a:endParaRPr lang="en-US"/>
          </a:p>
        </p:txBody>
      </p:sp>
      <p:sp>
        <p:nvSpPr>
          <p:cNvPr id="37891" name="Rectangle 2"/>
          <p:cNvSpPr>
            <a:spLocks noGrp="1" noRot="1" noChangeAspect="1" noChangeArrowheads="1" noTextEdit="1"/>
          </p:cNvSpPr>
          <p:nvPr>
            <p:ph type="sldImg"/>
          </p:nvPr>
        </p:nvSpPr>
        <p:spPr>
          <a:xfrm>
            <a:off x="1143000" y="685800"/>
            <a:ext cx="4572000" cy="3429000"/>
          </a:xfrm>
          <a:ln/>
        </p:spPr>
      </p:sp>
      <p:sp>
        <p:nvSpPr>
          <p:cNvPr id="37892" name="Rectangle 3"/>
          <p:cNvSpPr>
            <a:spLocks noGrp="1" noChangeArrowheads="1"/>
          </p:cNvSpPr>
          <p:nvPr>
            <p:ph type="body" idx="1"/>
          </p:nvPr>
        </p:nvSpPr>
        <p:spPr>
          <a:noFill/>
          <a:ln/>
        </p:spPr>
        <p:txBody>
          <a:bodyPr/>
          <a:lstStyle/>
          <a:p>
            <a:pPr eaLnBrk="1" hangingPunct="1"/>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7"/>
          <p:cNvSpPr>
            <a:spLocks noGrp="1" noChangeArrowheads="1"/>
          </p:cNvSpPr>
          <p:nvPr>
            <p:ph type="sldNum" sz="quarter" idx="5"/>
          </p:nvPr>
        </p:nvSpPr>
        <p:spPr>
          <a:noFill/>
        </p:spPr>
        <p:txBody>
          <a:bodyPr/>
          <a:lstStyle/>
          <a:p>
            <a:fld id="{BD5E43F0-52E1-4053-A117-26CDBBB9A1EF}" type="slidenum">
              <a:rPr lang="en-US"/>
              <a:pPr/>
              <a:t>20</a:t>
            </a:fld>
            <a:endParaRPr lang="en-US"/>
          </a:p>
        </p:txBody>
      </p:sp>
      <p:sp>
        <p:nvSpPr>
          <p:cNvPr id="38915" name="Rectangle 2"/>
          <p:cNvSpPr>
            <a:spLocks noGrp="1" noRot="1" noChangeAspect="1" noChangeArrowheads="1" noTextEdit="1"/>
          </p:cNvSpPr>
          <p:nvPr>
            <p:ph type="sldImg"/>
          </p:nvPr>
        </p:nvSpPr>
        <p:spPr>
          <a:xfrm>
            <a:off x="1143000" y="685800"/>
            <a:ext cx="4572000" cy="3429000"/>
          </a:xfrm>
          <a:ln/>
        </p:spPr>
      </p:sp>
      <p:sp>
        <p:nvSpPr>
          <p:cNvPr id="38916" name="Rectangle 3"/>
          <p:cNvSpPr>
            <a:spLocks noGrp="1" noChangeArrowheads="1"/>
          </p:cNvSpPr>
          <p:nvPr>
            <p:ph type="body" idx="1"/>
          </p:nvPr>
        </p:nvSpPr>
        <p:spPr>
          <a:noFill/>
          <a:ln/>
        </p:spPr>
        <p:txBody>
          <a:bodyPr/>
          <a:lstStyle/>
          <a:p>
            <a:pPr eaLnBrk="1" hangingPunct="1"/>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7"/>
          <p:cNvSpPr>
            <a:spLocks noGrp="1" noChangeArrowheads="1"/>
          </p:cNvSpPr>
          <p:nvPr>
            <p:ph type="sldNum" sz="quarter" idx="5"/>
          </p:nvPr>
        </p:nvSpPr>
        <p:spPr>
          <a:noFill/>
        </p:spPr>
        <p:txBody>
          <a:bodyPr/>
          <a:lstStyle/>
          <a:p>
            <a:fld id="{87C2D377-21D7-42C2-B3AF-9FAAD886874A}" type="slidenum">
              <a:rPr lang="en-US"/>
              <a:pPr/>
              <a:t>22</a:t>
            </a:fld>
            <a:endParaRPr lang="en-US"/>
          </a:p>
        </p:txBody>
      </p:sp>
      <p:sp>
        <p:nvSpPr>
          <p:cNvPr id="39939" name="Rectangle 2"/>
          <p:cNvSpPr>
            <a:spLocks noGrp="1" noRot="1" noChangeAspect="1" noChangeArrowheads="1" noTextEdit="1"/>
          </p:cNvSpPr>
          <p:nvPr>
            <p:ph type="sldImg"/>
          </p:nvPr>
        </p:nvSpPr>
        <p:spPr>
          <a:xfrm>
            <a:off x="1143000" y="685800"/>
            <a:ext cx="4572000" cy="3429000"/>
          </a:xfrm>
          <a:ln/>
        </p:spPr>
      </p:sp>
      <p:sp>
        <p:nvSpPr>
          <p:cNvPr id="39940" name="Rectangle 3"/>
          <p:cNvSpPr>
            <a:spLocks noGrp="1" noChangeArrowheads="1"/>
          </p:cNvSpPr>
          <p:nvPr>
            <p:ph type="body" idx="1"/>
          </p:nvPr>
        </p:nvSpPr>
        <p:spPr>
          <a:noFill/>
          <a:ln/>
        </p:spPr>
        <p:txBody>
          <a:bodyPr/>
          <a:lstStyle/>
          <a:p>
            <a:pPr eaLnBrk="1" hangingPunct="1"/>
            <a:endParaRPr 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7"/>
          <p:cNvSpPr>
            <a:spLocks noGrp="1" noChangeArrowheads="1"/>
          </p:cNvSpPr>
          <p:nvPr>
            <p:ph type="sldNum" sz="quarter" idx="5"/>
          </p:nvPr>
        </p:nvSpPr>
        <p:spPr>
          <a:noFill/>
        </p:spPr>
        <p:txBody>
          <a:bodyPr/>
          <a:lstStyle/>
          <a:p>
            <a:fld id="{7016841D-2F6C-4730-80EC-E08F4FE00DA2}" type="slidenum">
              <a:rPr lang="en-US"/>
              <a:pPr/>
              <a:t>23</a:t>
            </a:fld>
            <a:endParaRPr lang="en-US"/>
          </a:p>
        </p:txBody>
      </p:sp>
      <p:sp>
        <p:nvSpPr>
          <p:cNvPr id="40963" name="Rectangle 2"/>
          <p:cNvSpPr>
            <a:spLocks noGrp="1" noRot="1" noChangeAspect="1" noChangeArrowheads="1" noTextEdit="1"/>
          </p:cNvSpPr>
          <p:nvPr>
            <p:ph type="sldImg"/>
          </p:nvPr>
        </p:nvSpPr>
        <p:spPr>
          <a:xfrm>
            <a:off x="1143000" y="685800"/>
            <a:ext cx="4572000" cy="3429000"/>
          </a:xfrm>
          <a:ln/>
        </p:spPr>
      </p:sp>
      <p:sp>
        <p:nvSpPr>
          <p:cNvPr id="40964" name="Rectangle 3"/>
          <p:cNvSpPr>
            <a:spLocks noGrp="1" noChangeArrowheads="1"/>
          </p:cNvSpPr>
          <p:nvPr>
            <p:ph type="body" idx="1"/>
          </p:nvPr>
        </p:nvSpPr>
        <p:spPr>
          <a:noFill/>
          <a:ln/>
        </p:spPr>
        <p:txBody>
          <a:bodyPr/>
          <a:lstStyle/>
          <a:p>
            <a:pPr eaLnBrk="1" hangingPunct="1"/>
            <a:endParaRPr 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7"/>
          <p:cNvSpPr>
            <a:spLocks noGrp="1" noChangeArrowheads="1"/>
          </p:cNvSpPr>
          <p:nvPr>
            <p:ph type="sldNum" sz="quarter" idx="5"/>
          </p:nvPr>
        </p:nvSpPr>
        <p:spPr>
          <a:noFill/>
        </p:spPr>
        <p:txBody>
          <a:bodyPr/>
          <a:lstStyle/>
          <a:p>
            <a:fld id="{839381C2-EE86-4B83-9DB3-3DBC4D9F8681}" type="slidenum">
              <a:rPr lang="en-US"/>
              <a:pPr/>
              <a:t>24</a:t>
            </a:fld>
            <a:endParaRPr lang="en-US"/>
          </a:p>
        </p:txBody>
      </p:sp>
      <p:sp>
        <p:nvSpPr>
          <p:cNvPr id="41987" name="Rectangle 2"/>
          <p:cNvSpPr>
            <a:spLocks noGrp="1" noRot="1" noChangeAspect="1" noChangeArrowheads="1" noTextEdit="1"/>
          </p:cNvSpPr>
          <p:nvPr>
            <p:ph type="sldImg"/>
          </p:nvPr>
        </p:nvSpPr>
        <p:spPr>
          <a:xfrm>
            <a:off x="1143000" y="685800"/>
            <a:ext cx="4572000" cy="3429000"/>
          </a:xfrm>
          <a:ln/>
        </p:spPr>
      </p:sp>
      <p:sp>
        <p:nvSpPr>
          <p:cNvPr id="41988" name="Rectangle 3"/>
          <p:cNvSpPr>
            <a:spLocks noGrp="1" noChangeArrowheads="1"/>
          </p:cNvSpPr>
          <p:nvPr>
            <p:ph type="body" idx="1"/>
          </p:nvPr>
        </p:nvSpPr>
        <p:spPr>
          <a:noFill/>
          <a:ln/>
        </p:spPr>
        <p:txBody>
          <a:bodyPr/>
          <a:lstStyle/>
          <a:p>
            <a:pPr eaLnBrk="1" hangingPunct="1"/>
            <a:endParaRPr 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7"/>
          <p:cNvSpPr>
            <a:spLocks noGrp="1" noChangeArrowheads="1"/>
          </p:cNvSpPr>
          <p:nvPr>
            <p:ph type="sldNum" sz="quarter" idx="5"/>
          </p:nvPr>
        </p:nvSpPr>
        <p:spPr>
          <a:noFill/>
        </p:spPr>
        <p:txBody>
          <a:bodyPr/>
          <a:lstStyle/>
          <a:p>
            <a:fld id="{AF37C83D-91A5-4F26-A388-8EE7EC82ECA2}" type="slidenum">
              <a:rPr lang="en-US"/>
              <a:pPr/>
              <a:t>25</a:t>
            </a:fld>
            <a:endParaRPr lang="en-US"/>
          </a:p>
        </p:txBody>
      </p:sp>
      <p:sp>
        <p:nvSpPr>
          <p:cNvPr id="43011" name="Rectangle 2"/>
          <p:cNvSpPr>
            <a:spLocks noGrp="1" noRot="1" noChangeAspect="1" noChangeArrowheads="1" noTextEdit="1"/>
          </p:cNvSpPr>
          <p:nvPr>
            <p:ph type="sldImg"/>
          </p:nvPr>
        </p:nvSpPr>
        <p:spPr>
          <a:xfrm>
            <a:off x="1143000" y="685800"/>
            <a:ext cx="4572000" cy="3429000"/>
          </a:xfrm>
          <a:ln/>
        </p:spPr>
      </p:sp>
      <p:sp>
        <p:nvSpPr>
          <p:cNvPr id="43012" name="Rectangle 3"/>
          <p:cNvSpPr>
            <a:spLocks noGrp="1" noChangeArrowheads="1"/>
          </p:cNvSpPr>
          <p:nvPr>
            <p:ph type="body" idx="1"/>
          </p:nvPr>
        </p:nvSpPr>
        <p:spPr>
          <a:noFill/>
          <a:ln/>
        </p:spPr>
        <p:txBody>
          <a:bodyPr/>
          <a:lstStyle/>
          <a:p>
            <a:pPr eaLnBrk="1" hangingPunct="1"/>
            <a:endParaRPr 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7"/>
          <p:cNvSpPr>
            <a:spLocks noGrp="1" noChangeArrowheads="1"/>
          </p:cNvSpPr>
          <p:nvPr>
            <p:ph type="sldNum" sz="quarter" idx="5"/>
          </p:nvPr>
        </p:nvSpPr>
        <p:spPr>
          <a:noFill/>
        </p:spPr>
        <p:txBody>
          <a:bodyPr/>
          <a:lstStyle/>
          <a:p>
            <a:fld id="{FD493EA8-E0A4-4293-8DF8-9A0970D98601}" type="slidenum">
              <a:rPr lang="en-US"/>
              <a:pPr/>
              <a:t>26</a:t>
            </a:fld>
            <a:endParaRPr lang="en-US"/>
          </a:p>
        </p:txBody>
      </p:sp>
      <p:sp>
        <p:nvSpPr>
          <p:cNvPr id="44035" name="Rectangle 2"/>
          <p:cNvSpPr>
            <a:spLocks noGrp="1" noRot="1" noChangeAspect="1" noChangeArrowheads="1" noTextEdit="1"/>
          </p:cNvSpPr>
          <p:nvPr>
            <p:ph type="sldImg"/>
          </p:nvPr>
        </p:nvSpPr>
        <p:spPr>
          <a:xfrm>
            <a:off x="1143000" y="685800"/>
            <a:ext cx="4572000" cy="3429000"/>
          </a:xfrm>
          <a:ln/>
        </p:spPr>
      </p:sp>
      <p:sp>
        <p:nvSpPr>
          <p:cNvPr id="44036" name="Rectangle 3"/>
          <p:cNvSpPr>
            <a:spLocks noGrp="1" noChangeArrowheads="1"/>
          </p:cNvSpPr>
          <p:nvPr>
            <p:ph type="body" idx="1"/>
          </p:nvPr>
        </p:nvSpPr>
        <p:spPr>
          <a:noFill/>
          <a:ln/>
        </p:spPr>
        <p:txBody>
          <a:bodyPr/>
          <a:lstStyle/>
          <a:p>
            <a:pPr eaLnBrk="1" hangingPunct="1"/>
            <a:endParaRPr 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7"/>
          <p:cNvSpPr>
            <a:spLocks noGrp="1" noChangeArrowheads="1"/>
          </p:cNvSpPr>
          <p:nvPr>
            <p:ph type="sldNum" sz="quarter" idx="5"/>
          </p:nvPr>
        </p:nvSpPr>
        <p:spPr>
          <a:noFill/>
        </p:spPr>
        <p:txBody>
          <a:bodyPr/>
          <a:lstStyle/>
          <a:p>
            <a:fld id="{8DA4B804-AE14-40B0-A2BB-F82683FDFD6E}" type="slidenum">
              <a:rPr lang="en-US"/>
              <a:pPr/>
              <a:t>27</a:t>
            </a:fld>
            <a:endParaRPr lang="en-US"/>
          </a:p>
        </p:txBody>
      </p:sp>
      <p:sp>
        <p:nvSpPr>
          <p:cNvPr id="45059" name="Rectangle 2"/>
          <p:cNvSpPr>
            <a:spLocks noGrp="1" noRot="1" noChangeAspect="1" noChangeArrowheads="1" noTextEdit="1"/>
          </p:cNvSpPr>
          <p:nvPr>
            <p:ph type="sldImg"/>
          </p:nvPr>
        </p:nvSpPr>
        <p:spPr>
          <a:xfrm>
            <a:off x="1143000" y="685800"/>
            <a:ext cx="4572000" cy="3429000"/>
          </a:xfrm>
          <a:ln/>
        </p:spPr>
      </p:sp>
      <p:sp>
        <p:nvSpPr>
          <p:cNvPr id="45060" name="Rectangle 3"/>
          <p:cNvSpPr>
            <a:spLocks noGrp="1" noChangeArrowheads="1"/>
          </p:cNvSpPr>
          <p:nvPr>
            <p:ph type="body" idx="1"/>
          </p:nvPr>
        </p:nvSpPr>
        <p:spPr>
          <a:noFill/>
          <a:ln/>
        </p:spPr>
        <p:txBody>
          <a:bodyPr/>
          <a:lstStyle/>
          <a:p>
            <a:pPr eaLnBrk="1" hangingPunct="1"/>
            <a:endParaRPr 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7"/>
          <p:cNvSpPr>
            <a:spLocks noGrp="1" noChangeArrowheads="1"/>
          </p:cNvSpPr>
          <p:nvPr>
            <p:ph type="sldNum" sz="quarter" idx="5"/>
          </p:nvPr>
        </p:nvSpPr>
        <p:spPr>
          <a:noFill/>
        </p:spPr>
        <p:txBody>
          <a:bodyPr/>
          <a:lstStyle/>
          <a:p>
            <a:fld id="{0EE01F1F-96E8-4657-B89D-3D39EFD444BA}" type="slidenum">
              <a:rPr lang="en-US"/>
              <a:pPr/>
              <a:t>28</a:t>
            </a:fld>
            <a:endParaRPr lang="en-US"/>
          </a:p>
        </p:txBody>
      </p:sp>
      <p:sp>
        <p:nvSpPr>
          <p:cNvPr id="46083" name="Rectangle 2"/>
          <p:cNvSpPr>
            <a:spLocks noGrp="1" noRot="1" noChangeAspect="1" noChangeArrowheads="1" noTextEdit="1"/>
          </p:cNvSpPr>
          <p:nvPr>
            <p:ph type="sldImg"/>
          </p:nvPr>
        </p:nvSpPr>
        <p:spPr>
          <a:xfrm>
            <a:off x="1143000" y="685800"/>
            <a:ext cx="4572000" cy="3429000"/>
          </a:xfrm>
          <a:ln/>
        </p:spPr>
      </p:sp>
      <p:sp>
        <p:nvSpPr>
          <p:cNvPr id="46084" name="Rectangle 3"/>
          <p:cNvSpPr>
            <a:spLocks noGrp="1" noChangeArrowheads="1"/>
          </p:cNvSpPr>
          <p:nvPr>
            <p:ph type="body" idx="1"/>
          </p:nvPr>
        </p:nvSpPr>
        <p:spPr>
          <a:noFill/>
          <a:ln/>
        </p:spPr>
        <p:txBody>
          <a:bodyPr/>
          <a:lstStyle/>
          <a:p>
            <a:pPr eaLnBrk="1" hangingPunct="1"/>
            <a:endParaRPr 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7"/>
          <p:cNvSpPr>
            <a:spLocks noGrp="1" noChangeArrowheads="1"/>
          </p:cNvSpPr>
          <p:nvPr>
            <p:ph type="sldNum" sz="quarter" idx="5"/>
          </p:nvPr>
        </p:nvSpPr>
        <p:spPr>
          <a:noFill/>
        </p:spPr>
        <p:txBody>
          <a:bodyPr/>
          <a:lstStyle/>
          <a:p>
            <a:fld id="{98D5B91F-0B11-4863-8558-7376A507E763}" type="slidenum">
              <a:rPr lang="en-US"/>
              <a:pPr/>
              <a:t>29</a:t>
            </a:fld>
            <a:endParaRPr lang="en-US"/>
          </a:p>
        </p:txBody>
      </p:sp>
      <p:sp>
        <p:nvSpPr>
          <p:cNvPr id="47107" name="Rectangle 2"/>
          <p:cNvSpPr>
            <a:spLocks noGrp="1" noRot="1" noChangeAspect="1" noChangeArrowheads="1" noTextEdit="1"/>
          </p:cNvSpPr>
          <p:nvPr>
            <p:ph type="sldImg"/>
          </p:nvPr>
        </p:nvSpPr>
        <p:spPr>
          <a:xfrm>
            <a:off x="1143000" y="685800"/>
            <a:ext cx="4572000" cy="3429000"/>
          </a:xfrm>
          <a:ln/>
        </p:spPr>
      </p:sp>
      <p:sp>
        <p:nvSpPr>
          <p:cNvPr id="47108" name="Rectangle 3"/>
          <p:cNvSpPr>
            <a:spLocks noGrp="1" noChangeArrowheads="1"/>
          </p:cNvSpPr>
          <p:nvPr>
            <p:ph type="body" idx="1"/>
          </p:nvPr>
        </p:nvSpPr>
        <p:spPr>
          <a:noFill/>
          <a:ln/>
        </p:spPr>
        <p:txBody>
          <a:bodyPr/>
          <a:lstStyle/>
          <a:p>
            <a:pPr eaLnBrk="1" hangingPunct="1"/>
            <a:endParaRPr 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7"/>
          <p:cNvSpPr>
            <a:spLocks noGrp="1" noChangeArrowheads="1"/>
          </p:cNvSpPr>
          <p:nvPr>
            <p:ph type="sldNum" sz="quarter" idx="5"/>
          </p:nvPr>
        </p:nvSpPr>
        <p:spPr>
          <a:noFill/>
        </p:spPr>
        <p:txBody>
          <a:bodyPr/>
          <a:lstStyle/>
          <a:p>
            <a:fld id="{6230DC93-6826-44EB-8A4D-1B4F13F5E517}" type="slidenum">
              <a:rPr lang="en-US"/>
              <a:pPr/>
              <a:t>30</a:t>
            </a:fld>
            <a:endParaRPr lang="en-US"/>
          </a:p>
        </p:txBody>
      </p:sp>
      <p:sp>
        <p:nvSpPr>
          <p:cNvPr id="48131" name="Rectangle 2"/>
          <p:cNvSpPr>
            <a:spLocks noGrp="1" noRot="1" noChangeAspect="1" noChangeArrowheads="1" noTextEdit="1"/>
          </p:cNvSpPr>
          <p:nvPr>
            <p:ph type="sldImg"/>
          </p:nvPr>
        </p:nvSpPr>
        <p:spPr>
          <a:xfrm>
            <a:off x="1143000" y="685800"/>
            <a:ext cx="4572000" cy="3429000"/>
          </a:xfrm>
          <a:ln/>
        </p:spPr>
      </p:sp>
      <p:sp>
        <p:nvSpPr>
          <p:cNvPr id="48132" name="Rectangle 3"/>
          <p:cNvSpPr>
            <a:spLocks noGrp="1" noChangeArrowheads="1"/>
          </p:cNvSpPr>
          <p:nvPr>
            <p:ph type="body" idx="1"/>
          </p:nvPr>
        </p:nvSpPr>
        <p:spPr>
          <a:noFill/>
          <a:ln/>
        </p:spPr>
        <p:txBody>
          <a:bodyPr/>
          <a:lstStyle/>
          <a:p>
            <a:pPr eaLnBrk="1" hangingPunct="1"/>
            <a:endParaRPr 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7"/>
          <p:cNvSpPr>
            <a:spLocks noGrp="1" noChangeArrowheads="1"/>
          </p:cNvSpPr>
          <p:nvPr>
            <p:ph type="sldNum" sz="quarter" idx="5"/>
          </p:nvPr>
        </p:nvSpPr>
        <p:spPr>
          <a:noFill/>
        </p:spPr>
        <p:txBody>
          <a:bodyPr/>
          <a:lstStyle/>
          <a:p>
            <a:fld id="{498DBD59-DE11-4A43-BD77-2BC05FF8BBF6}" type="slidenum">
              <a:rPr lang="en-US"/>
              <a:pPr/>
              <a:t>31</a:t>
            </a:fld>
            <a:endParaRPr lang="en-US"/>
          </a:p>
        </p:txBody>
      </p:sp>
      <p:sp>
        <p:nvSpPr>
          <p:cNvPr id="49155" name="Rectangle 2"/>
          <p:cNvSpPr>
            <a:spLocks noGrp="1" noRot="1" noChangeAspect="1" noChangeArrowheads="1" noTextEdit="1"/>
          </p:cNvSpPr>
          <p:nvPr>
            <p:ph type="sldImg"/>
          </p:nvPr>
        </p:nvSpPr>
        <p:spPr>
          <a:xfrm>
            <a:off x="1143000" y="685800"/>
            <a:ext cx="4572000" cy="3429000"/>
          </a:xfrm>
          <a:ln/>
        </p:spPr>
      </p:sp>
      <p:sp>
        <p:nvSpPr>
          <p:cNvPr id="49156" name="Rectangle 3"/>
          <p:cNvSpPr>
            <a:spLocks noGrp="1" noChangeArrowheads="1"/>
          </p:cNvSpPr>
          <p:nvPr>
            <p:ph type="body" idx="1"/>
          </p:nvPr>
        </p:nvSpPr>
        <p:spPr>
          <a:noFill/>
          <a:ln/>
        </p:spPr>
        <p:txBody>
          <a:bodyPr/>
          <a:lstStyle/>
          <a:p>
            <a:pPr eaLnBrk="1" hangingPunct="1"/>
            <a:endParaRPr 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7"/>
          <p:cNvSpPr>
            <a:spLocks noGrp="1" noChangeArrowheads="1"/>
          </p:cNvSpPr>
          <p:nvPr>
            <p:ph type="sldNum" sz="quarter" idx="5"/>
          </p:nvPr>
        </p:nvSpPr>
        <p:spPr>
          <a:noFill/>
        </p:spPr>
        <p:txBody>
          <a:bodyPr/>
          <a:lstStyle/>
          <a:p>
            <a:fld id="{FC92FBD2-A9F0-4E5A-A144-4DD49005DCF3}" type="slidenum">
              <a:rPr lang="en-US"/>
              <a:pPr/>
              <a:t>32</a:t>
            </a:fld>
            <a:endParaRPr lang="en-US"/>
          </a:p>
        </p:txBody>
      </p:sp>
      <p:sp>
        <p:nvSpPr>
          <p:cNvPr id="50179" name="Rectangle 2"/>
          <p:cNvSpPr>
            <a:spLocks noGrp="1" noRot="1" noChangeAspect="1" noChangeArrowheads="1" noTextEdit="1"/>
          </p:cNvSpPr>
          <p:nvPr>
            <p:ph type="sldImg"/>
          </p:nvPr>
        </p:nvSpPr>
        <p:spPr>
          <a:xfrm>
            <a:off x="1143000" y="685800"/>
            <a:ext cx="4572000" cy="3429000"/>
          </a:xfrm>
          <a:ln/>
        </p:spPr>
      </p:sp>
      <p:sp>
        <p:nvSpPr>
          <p:cNvPr id="50180" name="Rectangle 3"/>
          <p:cNvSpPr>
            <a:spLocks noGrp="1" noChangeArrowheads="1"/>
          </p:cNvSpPr>
          <p:nvPr>
            <p:ph type="body" idx="1"/>
          </p:nvPr>
        </p:nvSpPr>
        <p:spPr>
          <a:noFill/>
          <a:ln/>
        </p:spPr>
        <p:txBody>
          <a:bodyPr/>
          <a:lstStyle/>
          <a:p>
            <a:pPr eaLnBrk="1" hangingPunct="1"/>
            <a:endParaRPr 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7"/>
          <p:cNvSpPr>
            <a:spLocks noGrp="1" noChangeArrowheads="1"/>
          </p:cNvSpPr>
          <p:nvPr>
            <p:ph type="sldNum" sz="quarter" idx="5"/>
          </p:nvPr>
        </p:nvSpPr>
        <p:spPr>
          <a:noFill/>
        </p:spPr>
        <p:txBody>
          <a:bodyPr/>
          <a:lstStyle/>
          <a:p>
            <a:fld id="{FDA75CD8-4EF0-46A9-88EE-9C80A6788D65}" type="slidenum">
              <a:rPr lang="en-US"/>
              <a:pPr/>
              <a:t>33</a:t>
            </a:fld>
            <a:endParaRPr lang="en-US"/>
          </a:p>
        </p:txBody>
      </p:sp>
      <p:sp>
        <p:nvSpPr>
          <p:cNvPr id="51203" name="Rectangle 2"/>
          <p:cNvSpPr>
            <a:spLocks noGrp="1" noRot="1" noChangeAspect="1" noChangeArrowheads="1" noTextEdit="1"/>
          </p:cNvSpPr>
          <p:nvPr>
            <p:ph type="sldImg"/>
          </p:nvPr>
        </p:nvSpPr>
        <p:spPr>
          <a:xfrm>
            <a:off x="1143000" y="685800"/>
            <a:ext cx="4572000" cy="3429000"/>
          </a:xfrm>
          <a:ln/>
        </p:spPr>
      </p:sp>
      <p:sp>
        <p:nvSpPr>
          <p:cNvPr id="51204" name="Rectangle 3"/>
          <p:cNvSpPr>
            <a:spLocks noGrp="1" noChangeArrowheads="1"/>
          </p:cNvSpPr>
          <p:nvPr>
            <p:ph type="body" idx="1"/>
          </p:nvPr>
        </p:nvSpPr>
        <p:spPr>
          <a:noFill/>
          <a:ln/>
        </p:spPr>
        <p:txBody>
          <a:bodyPr/>
          <a:lstStyle/>
          <a:p>
            <a:pPr eaLnBrk="1" hangingPunct="1"/>
            <a:endParaRPr 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7"/>
          <p:cNvSpPr>
            <a:spLocks noGrp="1" noChangeArrowheads="1"/>
          </p:cNvSpPr>
          <p:nvPr>
            <p:ph type="sldNum" sz="quarter" idx="5"/>
          </p:nvPr>
        </p:nvSpPr>
        <p:spPr>
          <a:noFill/>
        </p:spPr>
        <p:txBody>
          <a:bodyPr/>
          <a:lstStyle/>
          <a:p>
            <a:fld id="{97ED26A6-FEBE-4C40-BF21-4F2E1CF2CFA2}" type="slidenum">
              <a:rPr lang="en-US"/>
              <a:pPr/>
              <a:t>34</a:t>
            </a:fld>
            <a:endParaRPr lang="en-US"/>
          </a:p>
        </p:txBody>
      </p:sp>
      <p:sp>
        <p:nvSpPr>
          <p:cNvPr id="52227" name="Rectangle 2"/>
          <p:cNvSpPr>
            <a:spLocks noGrp="1" noRot="1" noChangeAspect="1" noChangeArrowheads="1" noTextEdit="1"/>
          </p:cNvSpPr>
          <p:nvPr>
            <p:ph type="sldImg"/>
          </p:nvPr>
        </p:nvSpPr>
        <p:spPr>
          <a:xfrm>
            <a:off x="1143000" y="685800"/>
            <a:ext cx="4572000" cy="3429000"/>
          </a:xfrm>
          <a:ln/>
        </p:spPr>
      </p:sp>
      <p:sp>
        <p:nvSpPr>
          <p:cNvPr id="52228" name="Rectangle 3"/>
          <p:cNvSpPr>
            <a:spLocks noGrp="1" noChangeArrowheads="1"/>
          </p:cNvSpPr>
          <p:nvPr>
            <p:ph type="body" idx="1"/>
          </p:nvPr>
        </p:nvSpPr>
        <p:spPr>
          <a:noFill/>
          <a:ln/>
        </p:spPr>
        <p:txBody>
          <a:bodyPr/>
          <a:lstStyle/>
          <a:p>
            <a:pPr eaLnBrk="1" hangingPunct="1"/>
            <a:endParaRPr 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7"/>
          <p:cNvSpPr>
            <a:spLocks noGrp="1" noChangeArrowheads="1"/>
          </p:cNvSpPr>
          <p:nvPr>
            <p:ph type="sldNum" sz="quarter" idx="5"/>
          </p:nvPr>
        </p:nvSpPr>
        <p:spPr>
          <a:noFill/>
        </p:spPr>
        <p:txBody>
          <a:bodyPr/>
          <a:lstStyle/>
          <a:p>
            <a:fld id="{40FCFEF8-6332-4185-AAC2-A762576F3BBE}" type="slidenum">
              <a:rPr lang="en-US"/>
              <a:pPr/>
              <a:t>35</a:t>
            </a:fld>
            <a:endParaRPr lang="en-US"/>
          </a:p>
        </p:txBody>
      </p:sp>
      <p:sp>
        <p:nvSpPr>
          <p:cNvPr id="53251" name="Rectangle 2"/>
          <p:cNvSpPr>
            <a:spLocks noGrp="1" noRot="1" noChangeAspect="1" noChangeArrowheads="1" noTextEdit="1"/>
          </p:cNvSpPr>
          <p:nvPr>
            <p:ph type="sldImg"/>
          </p:nvPr>
        </p:nvSpPr>
        <p:spPr>
          <a:xfrm>
            <a:off x="1143000" y="685800"/>
            <a:ext cx="4572000" cy="3429000"/>
          </a:xfrm>
          <a:ln/>
        </p:spPr>
      </p:sp>
      <p:sp>
        <p:nvSpPr>
          <p:cNvPr id="53252" name="Rectangle 3"/>
          <p:cNvSpPr>
            <a:spLocks noGrp="1" noChangeArrowheads="1"/>
          </p:cNvSpPr>
          <p:nvPr>
            <p:ph type="body" idx="1"/>
          </p:nvPr>
        </p:nvSpPr>
        <p:spPr>
          <a:noFill/>
          <a:ln/>
        </p:spPr>
        <p:txBody>
          <a:bodyPr/>
          <a:lstStyle/>
          <a:p>
            <a:pPr eaLnBrk="1" hangingPunct="1"/>
            <a:endParaRPr 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7"/>
          <p:cNvSpPr>
            <a:spLocks noGrp="1" noChangeArrowheads="1"/>
          </p:cNvSpPr>
          <p:nvPr>
            <p:ph type="sldNum" sz="quarter" idx="5"/>
          </p:nvPr>
        </p:nvSpPr>
        <p:spPr>
          <a:noFill/>
        </p:spPr>
        <p:txBody>
          <a:bodyPr/>
          <a:lstStyle/>
          <a:p>
            <a:fld id="{CBA06E8B-82C0-42D3-A797-E48E8084F164}" type="slidenum">
              <a:rPr lang="en-US"/>
              <a:pPr/>
              <a:t>36</a:t>
            </a:fld>
            <a:endParaRPr lang="en-US"/>
          </a:p>
        </p:txBody>
      </p:sp>
      <p:sp>
        <p:nvSpPr>
          <p:cNvPr id="54275" name="Rectangle 2"/>
          <p:cNvSpPr>
            <a:spLocks noGrp="1" noRot="1" noChangeAspect="1" noChangeArrowheads="1" noTextEdit="1"/>
          </p:cNvSpPr>
          <p:nvPr>
            <p:ph type="sldImg"/>
          </p:nvPr>
        </p:nvSpPr>
        <p:spPr>
          <a:xfrm>
            <a:off x="1143000" y="685800"/>
            <a:ext cx="4572000" cy="3429000"/>
          </a:xfrm>
          <a:ln/>
        </p:spPr>
      </p:sp>
      <p:sp>
        <p:nvSpPr>
          <p:cNvPr id="54276" name="Rectangle 3"/>
          <p:cNvSpPr>
            <a:spLocks noGrp="1" noChangeArrowheads="1"/>
          </p:cNvSpPr>
          <p:nvPr>
            <p:ph type="body" idx="1"/>
          </p:nvPr>
        </p:nvSpPr>
        <p:spPr>
          <a:noFill/>
          <a:ln/>
        </p:spPr>
        <p:txBody>
          <a:bodyPr/>
          <a:lstStyle/>
          <a:p>
            <a:pPr eaLnBrk="1" hangingPunct="1"/>
            <a:endParaRPr 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7"/>
          <p:cNvSpPr>
            <a:spLocks noGrp="1" noChangeArrowheads="1"/>
          </p:cNvSpPr>
          <p:nvPr>
            <p:ph type="sldNum" sz="quarter" idx="5"/>
          </p:nvPr>
        </p:nvSpPr>
        <p:spPr>
          <a:noFill/>
        </p:spPr>
        <p:txBody>
          <a:bodyPr/>
          <a:lstStyle/>
          <a:p>
            <a:fld id="{83C6C424-8751-40D1-9763-8AA637A6F232}" type="slidenum">
              <a:rPr lang="en-US"/>
              <a:pPr/>
              <a:t>37</a:t>
            </a:fld>
            <a:endParaRPr lang="en-US"/>
          </a:p>
        </p:txBody>
      </p:sp>
      <p:sp>
        <p:nvSpPr>
          <p:cNvPr id="55299" name="Rectangle 2"/>
          <p:cNvSpPr>
            <a:spLocks noGrp="1" noRot="1" noChangeAspect="1" noChangeArrowheads="1" noTextEdit="1"/>
          </p:cNvSpPr>
          <p:nvPr>
            <p:ph type="sldImg"/>
          </p:nvPr>
        </p:nvSpPr>
        <p:spPr>
          <a:xfrm>
            <a:off x="1143000" y="685800"/>
            <a:ext cx="4572000" cy="3429000"/>
          </a:xfrm>
          <a:ln/>
        </p:spPr>
      </p:sp>
      <p:sp>
        <p:nvSpPr>
          <p:cNvPr id="55300" name="Rectangle 3"/>
          <p:cNvSpPr>
            <a:spLocks noGrp="1" noChangeArrowheads="1"/>
          </p:cNvSpPr>
          <p:nvPr>
            <p:ph type="body" idx="1"/>
          </p:nvPr>
        </p:nvSpPr>
        <p:spPr>
          <a:noFill/>
          <a:ln/>
        </p:spPr>
        <p:txBody>
          <a:bodyPr/>
          <a:lstStyle/>
          <a:p>
            <a:pPr eaLnBrk="1" hangingPunct="1"/>
            <a:endParaRPr 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7"/>
          <p:cNvSpPr>
            <a:spLocks noGrp="1" noChangeArrowheads="1"/>
          </p:cNvSpPr>
          <p:nvPr>
            <p:ph type="sldNum" sz="quarter" idx="5"/>
          </p:nvPr>
        </p:nvSpPr>
        <p:spPr>
          <a:noFill/>
        </p:spPr>
        <p:txBody>
          <a:bodyPr/>
          <a:lstStyle/>
          <a:p>
            <a:fld id="{14423196-FDD5-4D26-B838-CD29D6D6E019}" type="slidenum">
              <a:rPr lang="en-US"/>
              <a:pPr/>
              <a:t>38</a:t>
            </a:fld>
            <a:endParaRPr lang="en-US"/>
          </a:p>
        </p:txBody>
      </p:sp>
      <p:sp>
        <p:nvSpPr>
          <p:cNvPr id="56323" name="Rectangle 2"/>
          <p:cNvSpPr>
            <a:spLocks noGrp="1" noRot="1" noChangeAspect="1" noChangeArrowheads="1" noTextEdit="1"/>
          </p:cNvSpPr>
          <p:nvPr>
            <p:ph type="sldImg"/>
          </p:nvPr>
        </p:nvSpPr>
        <p:spPr>
          <a:xfrm>
            <a:off x="1143000" y="685800"/>
            <a:ext cx="4572000" cy="3429000"/>
          </a:xfrm>
          <a:ln/>
        </p:spPr>
      </p:sp>
      <p:sp>
        <p:nvSpPr>
          <p:cNvPr id="56324" name="Rectangle 3"/>
          <p:cNvSpPr>
            <a:spLocks noGrp="1" noChangeArrowheads="1"/>
          </p:cNvSpPr>
          <p:nvPr>
            <p:ph type="body" idx="1"/>
          </p:nvPr>
        </p:nvSpPr>
        <p:spPr>
          <a:noFill/>
          <a:ln/>
        </p:spPr>
        <p:txBody>
          <a:bodyPr/>
          <a:lstStyle/>
          <a:p>
            <a:pPr eaLnBrk="1" hangingPunct="1"/>
            <a:endParaRPr 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7"/>
          <p:cNvSpPr>
            <a:spLocks noGrp="1" noChangeArrowheads="1"/>
          </p:cNvSpPr>
          <p:nvPr>
            <p:ph type="sldNum" sz="quarter" idx="5"/>
          </p:nvPr>
        </p:nvSpPr>
        <p:spPr>
          <a:noFill/>
        </p:spPr>
        <p:txBody>
          <a:bodyPr/>
          <a:lstStyle/>
          <a:p>
            <a:fld id="{2D3A05DA-0B8F-4E67-8F14-152F9ED01EE6}" type="slidenum">
              <a:rPr lang="en-US"/>
              <a:pPr/>
              <a:t>39</a:t>
            </a:fld>
            <a:endParaRPr lang="en-US"/>
          </a:p>
        </p:txBody>
      </p:sp>
      <p:sp>
        <p:nvSpPr>
          <p:cNvPr id="57347" name="Rectangle 2"/>
          <p:cNvSpPr>
            <a:spLocks noGrp="1" noRot="1" noChangeAspect="1" noChangeArrowheads="1" noTextEdit="1"/>
          </p:cNvSpPr>
          <p:nvPr>
            <p:ph type="sldImg"/>
          </p:nvPr>
        </p:nvSpPr>
        <p:spPr>
          <a:xfrm>
            <a:off x="1143000" y="685800"/>
            <a:ext cx="4572000" cy="3429000"/>
          </a:xfrm>
          <a:ln/>
        </p:spPr>
      </p:sp>
      <p:sp>
        <p:nvSpPr>
          <p:cNvPr id="57348" name="Rectangle 3"/>
          <p:cNvSpPr>
            <a:spLocks noGrp="1" noChangeArrowheads="1"/>
          </p:cNvSpPr>
          <p:nvPr>
            <p:ph type="body" idx="1"/>
          </p:nvPr>
        </p:nvSpPr>
        <p:spPr>
          <a:noFill/>
          <a:ln/>
        </p:spPr>
        <p:txBody>
          <a:bodyPr/>
          <a:lstStyle/>
          <a:p>
            <a:pPr eaLnBrk="1" hangingPunct="1"/>
            <a:endParaRPr 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7"/>
          <p:cNvSpPr>
            <a:spLocks noGrp="1" noChangeArrowheads="1"/>
          </p:cNvSpPr>
          <p:nvPr>
            <p:ph type="sldNum" sz="quarter" idx="5"/>
          </p:nvPr>
        </p:nvSpPr>
        <p:spPr>
          <a:noFill/>
        </p:spPr>
        <p:txBody>
          <a:bodyPr/>
          <a:lstStyle/>
          <a:p>
            <a:fld id="{C7D834AA-C2A1-4431-AF55-40FC801CA253}" type="slidenum">
              <a:rPr lang="en-US"/>
              <a:pPr/>
              <a:t>40</a:t>
            </a:fld>
            <a:endParaRPr lang="en-US"/>
          </a:p>
        </p:txBody>
      </p:sp>
      <p:sp>
        <p:nvSpPr>
          <p:cNvPr id="58371" name="Rectangle 2"/>
          <p:cNvSpPr>
            <a:spLocks noGrp="1" noRot="1" noChangeAspect="1" noChangeArrowheads="1" noTextEdit="1"/>
          </p:cNvSpPr>
          <p:nvPr>
            <p:ph type="sldImg"/>
          </p:nvPr>
        </p:nvSpPr>
        <p:spPr>
          <a:xfrm>
            <a:off x="1143000" y="685800"/>
            <a:ext cx="4572000" cy="3429000"/>
          </a:xfrm>
          <a:ln/>
        </p:spPr>
      </p:sp>
      <p:sp>
        <p:nvSpPr>
          <p:cNvPr id="58372" name="Rectangle 3"/>
          <p:cNvSpPr>
            <a:spLocks noGrp="1" noChangeArrowheads="1"/>
          </p:cNvSpPr>
          <p:nvPr>
            <p:ph type="body" idx="1"/>
          </p:nvPr>
        </p:nvSpPr>
        <p:spPr>
          <a:noFill/>
          <a:ln/>
        </p:spPr>
        <p:txBody>
          <a:bodyPr/>
          <a:lstStyle/>
          <a:p>
            <a:pPr eaLnBrk="1" hangingPunct="1"/>
            <a:endParaRPr 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7"/>
          <p:cNvSpPr>
            <a:spLocks noGrp="1" noChangeArrowheads="1"/>
          </p:cNvSpPr>
          <p:nvPr>
            <p:ph type="sldNum" sz="quarter" idx="5"/>
          </p:nvPr>
        </p:nvSpPr>
        <p:spPr>
          <a:noFill/>
        </p:spPr>
        <p:txBody>
          <a:bodyPr/>
          <a:lstStyle/>
          <a:p>
            <a:fld id="{A4D7F6D8-FB48-47C7-80EA-BA6B74A72EA6}" type="slidenum">
              <a:rPr lang="en-US"/>
              <a:pPr/>
              <a:t>41</a:t>
            </a:fld>
            <a:endParaRPr lang="en-US"/>
          </a:p>
        </p:txBody>
      </p:sp>
      <p:sp>
        <p:nvSpPr>
          <p:cNvPr id="59395" name="Rectangle 2"/>
          <p:cNvSpPr>
            <a:spLocks noGrp="1" noRot="1" noChangeAspect="1" noChangeArrowheads="1" noTextEdit="1"/>
          </p:cNvSpPr>
          <p:nvPr>
            <p:ph type="sldImg"/>
          </p:nvPr>
        </p:nvSpPr>
        <p:spPr>
          <a:xfrm>
            <a:off x="1143000" y="685800"/>
            <a:ext cx="4572000" cy="3429000"/>
          </a:xfrm>
          <a:ln/>
        </p:spPr>
      </p:sp>
      <p:sp>
        <p:nvSpPr>
          <p:cNvPr id="59396" name="Rectangle 3"/>
          <p:cNvSpPr>
            <a:spLocks noGrp="1" noChangeArrowheads="1"/>
          </p:cNvSpPr>
          <p:nvPr>
            <p:ph type="body" idx="1"/>
          </p:nvPr>
        </p:nvSpPr>
        <p:spPr>
          <a:noFill/>
          <a:ln/>
        </p:spPr>
        <p:txBody>
          <a:bodyPr/>
          <a:lstStyle/>
          <a:p>
            <a:pPr eaLnBrk="1" hangingPunct="1"/>
            <a:endParaRPr lang="en-US"/>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7"/>
          <p:cNvSpPr>
            <a:spLocks noGrp="1" noChangeArrowheads="1"/>
          </p:cNvSpPr>
          <p:nvPr>
            <p:ph type="sldNum" sz="quarter" idx="5"/>
          </p:nvPr>
        </p:nvSpPr>
        <p:spPr>
          <a:noFill/>
        </p:spPr>
        <p:txBody>
          <a:bodyPr/>
          <a:lstStyle/>
          <a:p>
            <a:fld id="{71CC722C-119D-49C5-BAF4-65509A89302A}" type="slidenum">
              <a:rPr lang="en-US"/>
              <a:pPr/>
              <a:t>42</a:t>
            </a:fld>
            <a:endParaRPr lang="en-US"/>
          </a:p>
        </p:txBody>
      </p:sp>
      <p:sp>
        <p:nvSpPr>
          <p:cNvPr id="60419" name="Rectangle 2"/>
          <p:cNvSpPr>
            <a:spLocks noGrp="1" noRot="1" noChangeAspect="1" noChangeArrowheads="1" noTextEdit="1"/>
          </p:cNvSpPr>
          <p:nvPr>
            <p:ph type="sldImg"/>
          </p:nvPr>
        </p:nvSpPr>
        <p:spPr>
          <a:xfrm>
            <a:off x="1143000" y="685800"/>
            <a:ext cx="4572000" cy="3429000"/>
          </a:xfrm>
          <a:ln/>
        </p:spPr>
      </p:sp>
      <p:sp>
        <p:nvSpPr>
          <p:cNvPr id="60420" name="Rectangle 3"/>
          <p:cNvSpPr>
            <a:spLocks noGrp="1" noChangeArrowheads="1"/>
          </p:cNvSpPr>
          <p:nvPr>
            <p:ph type="body" idx="1"/>
          </p:nvPr>
        </p:nvSpPr>
        <p:spPr>
          <a:noFill/>
          <a:ln/>
        </p:spPr>
        <p:txBody>
          <a:bodyPr/>
          <a:lstStyle/>
          <a:p>
            <a:pPr eaLnBrk="1" hangingPunct="1"/>
            <a:endParaRPr lang="en-US"/>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7"/>
          <p:cNvSpPr>
            <a:spLocks noGrp="1" noChangeArrowheads="1"/>
          </p:cNvSpPr>
          <p:nvPr>
            <p:ph type="sldNum" sz="quarter" idx="5"/>
          </p:nvPr>
        </p:nvSpPr>
        <p:spPr>
          <a:noFill/>
        </p:spPr>
        <p:txBody>
          <a:bodyPr/>
          <a:lstStyle/>
          <a:p>
            <a:fld id="{C309A881-81CD-4F19-AD09-8F274F2CF9EF}" type="slidenum">
              <a:rPr lang="en-US"/>
              <a:pPr/>
              <a:t>43</a:t>
            </a:fld>
            <a:endParaRPr lang="en-US"/>
          </a:p>
        </p:txBody>
      </p:sp>
      <p:sp>
        <p:nvSpPr>
          <p:cNvPr id="61443" name="Rectangle 2"/>
          <p:cNvSpPr>
            <a:spLocks noGrp="1" noRot="1" noChangeAspect="1" noChangeArrowheads="1" noTextEdit="1"/>
          </p:cNvSpPr>
          <p:nvPr>
            <p:ph type="sldImg"/>
          </p:nvPr>
        </p:nvSpPr>
        <p:spPr>
          <a:xfrm>
            <a:off x="1143000" y="685800"/>
            <a:ext cx="4572000" cy="3429000"/>
          </a:xfrm>
          <a:ln/>
        </p:spPr>
      </p:sp>
      <p:sp>
        <p:nvSpPr>
          <p:cNvPr id="61444" name="Rectangle 3"/>
          <p:cNvSpPr>
            <a:spLocks noGrp="1" noChangeArrowheads="1"/>
          </p:cNvSpPr>
          <p:nvPr>
            <p:ph type="body" idx="1"/>
          </p:nvPr>
        </p:nvSpPr>
        <p:spPr>
          <a:noFill/>
          <a:ln/>
        </p:spPr>
        <p:txBody>
          <a:bodyPr/>
          <a:lstStyle/>
          <a:p>
            <a:pPr eaLnBrk="1" hangingPunct="1"/>
            <a:endParaRPr lang="en-US"/>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7"/>
          <p:cNvSpPr>
            <a:spLocks noGrp="1" noChangeArrowheads="1"/>
          </p:cNvSpPr>
          <p:nvPr>
            <p:ph type="sldNum" sz="quarter" idx="5"/>
          </p:nvPr>
        </p:nvSpPr>
        <p:spPr>
          <a:noFill/>
        </p:spPr>
        <p:txBody>
          <a:bodyPr/>
          <a:lstStyle/>
          <a:p>
            <a:fld id="{FA8EA30D-C83C-4D09-8CDE-7B2A6902A864}" type="slidenum">
              <a:rPr lang="en-US"/>
              <a:pPr/>
              <a:t>44</a:t>
            </a:fld>
            <a:endParaRPr lang="en-US"/>
          </a:p>
        </p:txBody>
      </p:sp>
      <p:sp>
        <p:nvSpPr>
          <p:cNvPr id="62467" name="Rectangle 2"/>
          <p:cNvSpPr>
            <a:spLocks noGrp="1" noRot="1" noChangeAspect="1" noChangeArrowheads="1" noTextEdit="1"/>
          </p:cNvSpPr>
          <p:nvPr>
            <p:ph type="sldImg"/>
          </p:nvPr>
        </p:nvSpPr>
        <p:spPr>
          <a:xfrm>
            <a:off x="1143000" y="685800"/>
            <a:ext cx="4572000" cy="3429000"/>
          </a:xfrm>
          <a:ln/>
        </p:spPr>
      </p:sp>
      <p:sp>
        <p:nvSpPr>
          <p:cNvPr id="62468" name="Rectangle 3"/>
          <p:cNvSpPr>
            <a:spLocks noGrp="1" noChangeArrowheads="1"/>
          </p:cNvSpPr>
          <p:nvPr>
            <p:ph type="body" idx="1"/>
          </p:nvPr>
        </p:nvSpPr>
        <p:spPr>
          <a:noFill/>
          <a:ln/>
        </p:spPr>
        <p:txBody>
          <a:bodyPr/>
          <a:lstStyle/>
          <a:p>
            <a:pPr eaLnBrk="1" hangingPunct="1"/>
            <a:endParaRPr lang="en-US"/>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7"/>
          <p:cNvSpPr>
            <a:spLocks noGrp="1" noChangeArrowheads="1"/>
          </p:cNvSpPr>
          <p:nvPr>
            <p:ph type="sldNum" sz="quarter" idx="5"/>
          </p:nvPr>
        </p:nvSpPr>
        <p:spPr>
          <a:noFill/>
        </p:spPr>
        <p:txBody>
          <a:bodyPr/>
          <a:lstStyle/>
          <a:p>
            <a:fld id="{96C8085C-2F31-45C8-9A93-C86914EB68FE}" type="slidenum">
              <a:rPr lang="en-US"/>
              <a:pPr/>
              <a:t>45</a:t>
            </a:fld>
            <a:endParaRPr lang="en-US"/>
          </a:p>
        </p:txBody>
      </p:sp>
      <p:sp>
        <p:nvSpPr>
          <p:cNvPr id="63491" name="Rectangle 2"/>
          <p:cNvSpPr>
            <a:spLocks noGrp="1" noRot="1" noChangeAspect="1" noChangeArrowheads="1" noTextEdit="1"/>
          </p:cNvSpPr>
          <p:nvPr>
            <p:ph type="sldImg"/>
          </p:nvPr>
        </p:nvSpPr>
        <p:spPr>
          <a:xfrm>
            <a:off x="1143000" y="685800"/>
            <a:ext cx="4572000" cy="3429000"/>
          </a:xfrm>
          <a:ln/>
        </p:spPr>
      </p:sp>
      <p:sp>
        <p:nvSpPr>
          <p:cNvPr id="63492" name="Rectangle 3"/>
          <p:cNvSpPr>
            <a:spLocks noGrp="1" noChangeArrowheads="1"/>
          </p:cNvSpPr>
          <p:nvPr>
            <p:ph type="body" idx="1"/>
          </p:nvPr>
        </p:nvSpPr>
        <p:spPr>
          <a:noFill/>
          <a:ln/>
        </p:spPr>
        <p:txBody>
          <a:bodyPr/>
          <a:lstStyle/>
          <a:p>
            <a:pPr eaLnBrk="1" hangingPunct="1"/>
            <a:endParaRPr lang="en-US"/>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7"/>
          <p:cNvSpPr>
            <a:spLocks noGrp="1" noChangeArrowheads="1"/>
          </p:cNvSpPr>
          <p:nvPr>
            <p:ph type="sldNum" sz="quarter" idx="5"/>
          </p:nvPr>
        </p:nvSpPr>
        <p:spPr>
          <a:noFill/>
        </p:spPr>
        <p:txBody>
          <a:bodyPr/>
          <a:lstStyle/>
          <a:p>
            <a:fld id="{0B7ECEC3-8925-4C7A-B11A-43DB1445586C}" type="slidenum">
              <a:rPr lang="en-US"/>
              <a:pPr/>
              <a:t>46</a:t>
            </a:fld>
            <a:endParaRPr lang="en-US"/>
          </a:p>
        </p:txBody>
      </p:sp>
      <p:sp>
        <p:nvSpPr>
          <p:cNvPr id="64515" name="Rectangle 2"/>
          <p:cNvSpPr>
            <a:spLocks noGrp="1" noRot="1" noChangeAspect="1" noChangeArrowheads="1" noTextEdit="1"/>
          </p:cNvSpPr>
          <p:nvPr>
            <p:ph type="sldImg"/>
          </p:nvPr>
        </p:nvSpPr>
        <p:spPr>
          <a:xfrm>
            <a:off x="1143000" y="685800"/>
            <a:ext cx="4572000" cy="3429000"/>
          </a:xfrm>
          <a:ln/>
        </p:spPr>
      </p:sp>
      <p:sp>
        <p:nvSpPr>
          <p:cNvPr id="64516" name="Rectangle 3"/>
          <p:cNvSpPr>
            <a:spLocks noGrp="1" noChangeArrowheads="1"/>
          </p:cNvSpPr>
          <p:nvPr>
            <p:ph type="body" idx="1"/>
          </p:nvPr>
        </p:nvSpPr>
        <p:spPr>
          <a:noFill/>
          <a:ln/>
        </p:spPr>
        <p:txBody>
          <a:bodyPr/>
          <a:lstStyle/>
          <a:p>
            <a:pPr eaLnBrk="1" hangingPunct="1"/>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rgbClr val="FF9900"/>
        </a:solidFill>
        <a:effectLst/>
      </p:bgPr>
    </p:bg>
    <p:spTree>
      <p:nvGrpSpPr>
        <p:cNvPr id="1" name=""/>
        <p:cNvGrpSpPr/>
        <p:nvPr/>
      </p:nvGrpSpPr>
      <p:grpSpPr>
        <a:xfrm>
          <a:off x="0" y="0"/>
          <a:ext cx="0" cy="0"/>
          <a:chOff x="0" y="0"/>
          <a:chExt cx="0" cy="0"/>
        </a:xfrm>
      </p:grpSpPr>
      <p:sp>
        <p:nvSpPr>
          <p:cNvPr id="51202" name="Rectangle 2"/>
          <p:cNvSpPr>
            <a:spLocks noGrp="1" noChangeArrowheads="1"/>
          </p:cNvSpPr>
          <p:nvPr>
            <p:ph type="ctrTitle"/>
          </p:nvPr>
        </p:nvSpPr>
        <p:spPr>
          <a:xfrm>
            <a:off x="685800" y="2130425"/>
            <a:ext cx="7772400" cy="1470025"/>
          </a:xfrm>
        </p:spPr>
        <p:txBody>
          <a:bodyPr/>
          <a:lstStyle>
            <a:lvl1pPr algn="ctr">
              <a:defRPr>
                <a:solidFill>
                  <a:srgbClr val="0033CC"/>
                </a:solidFill>
              </a:defRPr>
            </a:lvl1pPr>
          </a:lstStyle>
          <a:p>
            <a:r>
              <a:rPr lang="en-US"/>
              <a:t>CLICK TO EDIT MASTER TITLE STYLE</a:t>
            </a:r>
          </a:p>
        </p:txBody>
      </p:sp>
      <p:sp>
        <p:nvSpPr>
          <p:cNvPr id="51203" name="Rectangle 3"/>
          <p:cNvSpPr>
            <a:spLocks noGrp="1" noChangeArrowheads="1"/>
          </p:cNvSpPr>
          <p:nvPr>
            <p:ph type="subTitle" idx="1"/>
          </p:nvPr>
        </p:nvSpPr>
        <p:spPr>
          <a:xfrm>
            <a:off x="1371600" y="3886200"/>
            <a:ext cx="6400800" cy="1752600"/>
          </a:xfrm>
        </p:spPr>
        <p:txBody>
          <a:bodyPr/>
          <a:lstStyle>
            <a:lvl1pPr marL="0" indent="0" algn="ctr">
              <a:buFontTx/>
              <a:buNone/>
              <a:defRPr/>
            </a:lvl1pPr>
          </a:lstStyle>
          <a:p>
            <a:r>
              <a:rPr lang="en-US"/>
              <a:t>Click to edit Master subtitle style</a:t>
            </a:r>
          </a:p>
        </p:txBody>
      </p:sp>
      <p:sp>
        <p:nvSpPr>
          <p:cNvPr id="4" name="Rectangle 4"/>
          <p:cNvSpPr>
            <a:spLocks noGrp="1" noChangeArrowheads="1"/>
          </p:cNvSpPr>
          <p:nvPr>
            <p:ph type="dt" sz="half" idx="10"/>
          </p:nvPr>
        </p:nvSpPr>
        <p:spPr>
          <a:xfrm>
            <a:off x="457200" y="6245225"/>
            <a:ext cx="2133600" cy="476250"/>
          </a:xfrm>
        </p:spPr>
        <p:txBody>
          <a:bodyPr/>
          <a:lstStyle>
            <a:lvl1pPr>
              <a:defRPr/>
            </a:lvl1pPr>
          </a:lstStyle>
          <a:p>
            <a:pPr>
              <a:defRPr/>
            </a:pPr>
            <a:endParaRPr lang="en-US" dirty="0"/>
          </a:p>
        </p:txBody>
      </p:sp>
      <p:sp>
        <p:nvSpPr>
          <p:cNvPr id="5" name="Rectangle 5"/>
          <p:cNvSpPr>
            <a:spLocks noGrp="1" noChangeArrowheads="1"/>
          </p:cNvSpPr>
          <p:nvPr>
            <p:ph type="ftr" sz="quarter" idx="11"/>
          </p:nvPr>
        </p:nvSpPr>
        <p:spPr>
          <a:xfrm>
            <a:off x="3124200" y="6245225"/>
            <a:ext cx="2895600" cy="476250"/>
          </a:xfrm>
        </p:spPr>
        <p:txBody>
          <a:bodyPr/>
          <a:lstStyle>
            <a:lvl1pPr>
              <a:defRPr/>
            </a:lvl1pPr>
          </a:lstStyle>
          <a:p>
            <a:pPr>
              <a:defRPr/>
            </a:pPr>
            <a:endParaRPr lang="en-US" dirty="0"/>
          </a:p>
        </p:txBody>
      </p:sp>
      <p:sp>
        <p:nvSpPr>
          <p:cNvPr id="6" name="Rectangle 6"/>
          <p:cNvSpPr>
            <a:spLocks noGrp="1" noChangeArrowheads="1"/>
          </p:cNvSpPr>
          <p:nvPr>
            <p:ph type="sldNum" sz="quarter" idx="12"/>
          </p:nvPr>
        </p:nvSpPr>
        <p:spPr>
          <a:xfrm>
            <a:off x="6553200" y="6245225"/>
            <a:ext cx="2133600" cy="476250"/>
          </a:xfrm>
        </p:spPr>
        <p:txBody>
          <a:bodyPr/>
          <a:lstStyle>
            <a:lvl1pPr>
              <a:defRPr/>
            </a:lvl1pPr>
          </a:lstStyle>
          <a:p>
            <a:pPr>
              <a:defRPr/>
            </a:pPr>
            <a:endParaRPr lang="en-US" dirty="0"/>
          </a:p>
        </p:txBody>
      </p:sp>
      <p:pic>
        <p:nvPicPr>
          <p:cNvPr id="7" name="Picture 6">
            <a:extLst>
              <a:ext uri="{FF2B5EF4-FFF2-40B4-BE49-F238E27FC236}">
                <a16:creationId xmlns:a16="http://schemas.microsoft.com/office/drawing/2014/main" id="{01760A27-08DB-EF4B-9916-384A09020636}"/>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l="3067" r="2700" b="9035"/>
          <a:stretch/>
        </p:blipFill>
        <p:spPr>
          <a:xfrm>
            <a:off x="4092584" y="6270321"/>
            <a:ext cx="958830" cy="438428"/>
          </a:xfrm>
          <a:prstGeom prst="rect">
            <a:avLst/>
          </a:prstGeom>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12"/>
          <p:cNvSpPr>
            <a:spLocks noGrp="1" noChangeArrowheads="1"/>
          </p:cNvSpPr>
          <p:nvPr>
            <p:ph type="dt" sz="half" idx="10"/>
          </p:nvPr>
        </p:nvSpPr>
        <p:spPr>
          <a:ln/>
        </p:spPr>
        <p:txBody>
          <a:bodyPr/>
          <a:lstStyle>
            <a:lvl1pPr>
              <a:defRPr/>
            </a:lvl1pPr>
          </a:lstStyle>
          <a:p>
            <a:pPr>
              <a:defRPr/>
            </a:pPr>
            <a:fld id="{A244039C-DB7F-452A-A54B-DC3389AD60FF}" type="datetime4">
              <a:rPr lang="en-US"/>
              <a:pPr>
                <a:defRPr/>
              </a:pPr>
              <a:t>May 24, 2023</a:t>
            </a:fld>
            <a:endParaRPr lang="en-US"/>
          </a:p>
        </p:txBody>
      </p:sp>
      <p:sp>
        <p:nvSpPr>
          <p:cNvPr id="5" name="Rectangle 13"/>
          <p:cNvSpPr>
            <a:spLocks noGrp="1" noChangeArrowheads="1"/>
          </p:cNvSpPr>
          <p:nvPr>
            <p:ph type="ftr" sz="quarter" idx="11"/>
          </p:nvPr>
        </p:nvSpPr>
        <p:spPr>
          <a:ln/>
        </p:spPr>
        <p:txBody>
          <a:bodyPr/>
          <a:lstStyle>
            <a:lvl1pPr>
              <a:defRPr/>
            </a:lvl1pPr>
          </a:lstStyle>
          <a:p>
            <a:pPr>
              <a:defRPr/>
            </a:pPr>
            <a:endParaRPr lang="en-US" dirty="0"/>
          </a:p>
        </p:txBody>
      </p:sp>
      <p:sp>
        <p:nvSpPr>
          <p:cNvPr id="6" name="Rectangle 14"/>
          <p:cNvSpPr>
            <a:spLocks noGrp="1" noChangeArrowheads="1"/>
          </p:cNvSpPr>
          <p:nvPr>
            <p:ph type="sldNum" sz="quarter" idx="12"/>
          </p:nvPr>
        </p:nvSpPr>
        <p:spPr>
          <a:ln/>
        </p:spPr>
        <p:txBody>
          <a:bodyPr/>
          <a:lstStyle>
            <a:lvl1pPr>
              <a:defRPr/>
            </a:lvl1pPr>
          </a:lstStyle>
          <a:p>
            <a:pPr>
              <a:defRPr/>
            </a:pPr>
            <a:fld id="{59548E16-55F9-4C48-921B-BC2B37D073C4}" type="slidenum">
              <a:rPr lang="en-US"/>
              <a:pPr>
                <a:defRPr/>
              </a:pPr>
              <a:t>‹#›</a:t>
            </a:fld>
            <a:endParaRPr lang="en-US"/>
          </a:p>
        </p:txBody>
      </p:sp>
      <p:pic>
        <p:nvPicPr>
          <p:cNvPr id="7" name="Picture 6">
            <a:extLst>
              <a:ext uri="{FF2B5EF4-FFF2-40B4-BE49-F238E27FC236}">
                <a16:creationId xmlns:a16="http://schemas.microsoft.com/office/drawing/2014/main" id="{3796C629-4664-4D4E-B1F4-5FB712DCE461}"/>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l="3067" r="2700" b="9035"/>
          <a:stretch/>
        </p:blipFill>
        <p:spPr>
          <a:xfrm>
            <a:off x="4092584" y="6270321"/>
            <a:ext cx="958830" cy="438428"/>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12"/>
          <p:cNvSpPr>
            <a:spLocks noGrp="1" noChangeArrowheads="1"/>
          </p:cNvSpPr>
          <p:nvPr>
            <p:ph type="dt" sz="half" idx="10"/>
          </p:nvPr>
        </p:nvSpPr>
        <p:spPr>
          <a:ln/>
        </p:spPr>
        <p:txBody>
          <a:bodyPr/>
          <a:lstStyle>
            <a:lvl1pPr>
              <a:defRPr/>
            </a:lvl1pPr>
          </a:lstStyle>
          <a:p>
            <a:pPr>
              <a:defRPr/>
            </a:pPr>
            <a:fld id="{974A56D0-E86E-415D-A5B3-D9E7FA739B37}" type="datetime4">
              <a:rPr lang="en-US"/>
              <a:pPr>
                <a:defRPr/>
              </a:pPr>
              <a:t>May 24, 2023</a:t>
            </a:fld>
            <a:endParaRPr lang="en-US"/>
          </a:p>
        </p:txBody>
      </p:sp>
      <p:sp>
        <p:nvSpPr>
          <p:cNvPr id="5" name="Rectangle 13"/>
          <p:cNvSpPr>
            <a:spLocks noGrp="1" noChangeArrowheads="1"/>
          </p:cNvSpPr>
          <p:nvPr>
            <p:ph type="ftr" sz="quarter" idx="11"/>
          </p:nvPr>
        </p:nvSpPr>
        <p:spPr>
          <a:ln/>
        </p:spPr>
        <p:txBody>
          <a:bodyPr/>
          <a:lstStyle>
            <a:lvl1pPr>
              <a:defRPr/>
            </a:lvl1pPr>
          </a:lstStyle>
          <a:p>
            <a:pPr>
              <a:defRPr/>
            </a:pPr>
            <a:endParaRPr lang="en-US" dirty="0"/>
          </a:p>
        </p:txBody>
      </p:sp>
      <p:sp>
        <p:nvSpPr>
          <p:cNvPr id="6" name="Rectangle 14"/>
          <p:cNvSpPr>
            <a:spLocks noGrp="1" noChangeArrowheads="1"/>
          </p:cNvSpPr>
          <p:nvPr>
            <p:ph type="sldNum" sz="quarter" idx="12"/>
          </p:nvPr>
        </p:nvSpPr>
        <p:spPr>
          <a:ln/>
        </p:spPr>
        <p:txBody>
          <a:bodyPr/>
          <a:lstStyle>
            <a:lvl1pPr>
              <a:defRPr/>
            </a:lvl1pPr>
          </a:lstStyle>
          <a:p>
            <a:pPr>
              <a:defRPr/>
            </a:pPr>
            <a:fld id="{A01D06AC-8268-4F2E-A041-61C4529A8F23}" type="slidenum">
              <a:rPr lang="en-US"/>
              <a:pPr>
                <a:defRPr/>
              </a:pPr>
              <a:t>‹#›</a:t>
            </a:fld>
            <a:endParaRPr lang="en-US"/>
          </a:p>
        </p:txBody>
      </p:sp>
      <p:pic>
        <p:nvPicPr>
          <p:cNvPr id="7" name="Picture 6">
            <a:extLst>
              <a:ext uri="{FF2B5EF4-FFF2-40B4-BE49-F238E27FC236}">
                <a16:creationId xmlns:a16="http://schemas.microsoft.com/office/drawing/2014/main" id="{56FA401A-B6C9-2D4A-B087-91C5C1A6E447}"/>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l="3067" r="2700" b="9035"/>
          <a:stretch/>
        </p:blipFill>
        <p:spPr>
          <a:xfrm>
            <a:off x="4092584" y="6270321"/>
            <a:ext cx="958830" cy="438428"/>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85800" y="9906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9906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12"/>
          <p:cNvSpPr>
            <a:spLocks noGrp="1" noChangeArrowheads="1"/>
          </p:cNvSpPr>
          <p:nvPr>
            <p:ph type="dt" sz="half" idx="10"/>
          </p:nvPr>
        </p:nvSpPr>
        <p:spPr>
          <a:ln/>
        </p:spPr>
        <p:txBody>
          <a:bodyPr/>
          <a:lstStyle>
            <a:lvl1pPr>
              <a:defRPr/>
            </a:lvl1pPr>
          </a:lstStyle>
          <a:p>
            <a:pPr>
              <a:defRPr/>
            </a:pPr>
            <a:fld id="{12E4525F-29C3-4F97-A4C2-D827C7E4A9E0}" type="datetime4">
              <a:rPr lang="en-US"/>
              <a:pPr>
                <a:defRPr/>
              </a:pPr>
              <a:t>May 24, 2023</a:t>
            </a:fld>
            <a:endParaRPr lang="en-US"/>
          </a:p>
        </p:txBody>
      </p:sp>
      <p:sp>
        <p:nvSpPr>
          <p:cNvPr id="6" name="Rectangle 13"/>
          <p:cNvSpPr>
            <a:spLocks noGrp="1" noChangeArrowheads="1"/>
          </p:cNvSpPr>
          <p:nvPr>
            <p:ph type="ftr" sz="quarter" idx="11"/>
          </p:nvPr>
        </p:nvSpPr>
        <p:spPr>
          <a:ln/>
        </p:spPr>
        <p:txBody>
          <a:bodyPr/>
          <a:lstStyle>
            <a:lvl1pPr>
              <a:defRPr/>
            </a:lvl1pPr>
          </a:lstStyle>
          <a:p>
            <a:pPr>
              <a:defRPr/>
            </a:pPr>
            <a:endParaRPr lang="en-US" dirty="0"/>
          </a:p>
        </p:txBody>
      </p:sp>
      <p:sp>
        <p:nvSpPr>
          <p:cNvPr id="7" name="Rectangle 14"/>
          <p:cNvSpPr>
            <a:spLocks noGrp="1" noChangeArrowheads="1"/>
          </p:cNvSpPr>
          <p:nvPr>
            <p:ph type="sldNum" sz="quarter" idx="12"/>
          </p:nvPr>
        </p:nvSpPr>
        <p:spPr>
          <a:ln/>
        </p:spPr>
        <p:txBody>
          <a:bodyPr/>
          <a:lstStyle>
            <a:lvl1pPr>
              <a:defRPr/>
            </a:lvl1pPr>
          </a:lstStyle>
          <a:p>
            <a:pPr>
              <a:defRPr/>
            </a:pPr>
            <a:fld id="{17C0C3A4-CEAD-47D2-AB18-B21348F9D9B4}" type="slidenum">
              <a:rPr lang="en-US"/>
              <a:pPr>
                <a:defRPr/>
              </a:pPr>
              <a:t>‹#›</a:t>
            </a:fld>
            <a:endParaRPr lang="en-US"/>
          </a:p>
        </p:txBody>
      </p:sp>
      <p:pic>
        <p:nvPicPr>
          <p:cNvPr id="8" name="Picture 7">
            <a:extLst>
              <a:ext uri="{FF2B5EF4-FFF2-40B4-BE49-F238E27FC236}">
                <a16:creationId xmlns:a16="http://schemas.microsoft.com/office/drawing/2014/main" id="{0E5A3ED2-5757-664A-8B45-6AC71C516D69}"/>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l="3067" r="2700" b="9035"/>
          <a:stretch/>
        </p:blipFill>
        <p:spPr>
          <a:xfrm>
            <a:off x="4092584" y="6270321"/>
            <a:ext cx="958830" cy="438428"/>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12"/>
          <p:cNvSpPr>
            <a:spLocks noGrp="1" noChangeArrowheads="1"/>
          </p:cNvSpPr>
          <p:nvPr>
            <p:ph type="dt" sz="half" idx="10"/>
          </p:nvPr>
        </p:nvSpPr>
        <p:spPr>
          <a:ln/>
        </p:spPr>
        <p:txBody>
          <a:bodyPr/>
          <a:lstStyle>
            <a:lvl1pPr>
              <a:defRPr/>
            </a:lvl1pPr>
          </a:lstStyle>
          <a:p>
            <a:pPr>
              <a:defRPr/>
            </a:pPr>
            <a:fld id="{E191318C-3680-4B51-83FA-91F724EB2814}" type="datetime4">
              <a:rPr lang="en-US"/>
              <a:pPr>
                <a:defRPr/>
              </a:pPr>
              <a:t>May 24, 2023</a:t>
            </a:fld>
            <a:endParaRPr lang="en-US"/>
          </a:p>
        </p:txBody>
      </p:sp>
      <p:sp>
        <p:nvSpPr>
          <p:cNvPr id="8" name="Rectangle 13"/>
          <p:cNvSpPr>
            <a:spLocks noGrp="1" noChangeArrowheads="1"/>
          </p:cNvSpPr>
          <p:nvPr>
            <p:ph type="ftr" sz="quarter" idx="11"/>
          </p:nvPr>
        </p:nvSpPr>
        <p:spPr>
          <a:ln/>
        </p:spPr>
        <p:txBody>
          <a:bodyPr/>
          <a:lstStyle>
            <a:lvl1pPr>
              <a:defRPr/>
            </a:lvl1pPr>
          </a:lstStyle>
          <a:p>
            <a:pPr>
              <a:defRPr/>
            </a:pPr>
            <a:endParaRPr lang="en-US" dirty="0"/>
          </a:p>
        </p:txBody>
      </p:sp>
      <p:sp>
        <p:nvSpPr>
          <p:cNvPr id="9" name="Rectangle 14"/>
          <p:cNvSpPr>
            <a:spLocks noGrp="1" noChangeArrowheads="1"/>
          </p:cNvSpPr>
          <p:nvPr>
            <p:ph type="sldNum" sz="quarter" idx="12"/>
          </p:nvPr>
        </p:nvSpPr>
        <p:spPr>
          <a:ln/>
        </p:spPr>
        <p:txBody>
          <a:bodyPr/>
          <a:lstStyle>
            <a:lvl1pPr>
              <a:defRPr/>
            </a:lvl1pPr>
          </a:lstStyle>
          <a:p>
            <a:pPr>
              <a:defRPr/>
            </a:pPr>
            <a:fld id="{7831D461-BB30-47EF-A16A-02FB941B00BE}" type="slidenum">
              <a:rPr lang="en-US"/>
              <a:pPr>
                <a:defRPr/>
              </a:pPr>
              <a:t>‹#›</a:t>
            </a:fld>
            <a:endParaRPr lang="en-US"/>
          </a:p>
        </p:txBody>
      </p:sp>
      <p:pic>
        <p:nvPicPr>
          <p:cNvPr id="10" name="Picture 9">
            <a:extLst>
              <a:ext uri="{FF2B5EF4-FFF2-40B4-BE49-F238E27FC236}">
                <a16:creationId xmlns:a16="http://schemas.microsoft.com/office/drawing/2014/main" id="{9650873C-F24D-184D-BF64-3EA61F1CF190}"/>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l="3067" r="2700" b="9035"/>
          <a:stretch/>
        </p:blipFill>
        <p:spPr>
          <a:xfrm>
            <a:off x="4092584" y="6270321"/>
            <a:ext cx="958830" cy="438428"/>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12"/>
          <p:cNvSpPr>
            <a:spLocks noGrp="1" noChangeArrowheads="1"/>
          </p:cNvSpPr>
          <p:nvPr>
            <p:ph type="dt" sz="half" idx="10"/>
          </p:nvPr>
        </p:nvSpPr>
        <p:spPr>
          <a:ln/>
        </p:spPr>
        <p:txBody>
          <a:bodyPr/>
          <a:lstStyle>
            <a:lvl1pPr>
              <a:defRPr/>
            </a:lvl1pPr>
          </a:lstStyle>
          <a:p>
            <a:pPr>
              <a:defRPr/>
            </a:pPr>
            <a:fld id="{CF678DC6-CE54-47B2-B339-FFF1423ADFE8}" type="datetime4">
              <a:rPr lang="en-US"/>
              <a:pPr>
                <a:defRPr/>
              </a:pPr>
              <a:t>May 24, 2023</a:t>
            </a:fld>
            <a:endParaRPr lang="en-US"/>
          </a:p>
        </p:txBody>
      </p:sp>
      <p:sp>
        <p:nvSpPr>
          <p:cNvPr id="4" name="Rectangle 13"/>
          <p:cNvSpPr>
            <a:spLocks noGrp="1" noChangeArrowheads="1"/>
          </p:cNvSpPr>
          <p:nvPr>
            <p:ph type="ftr" sz="quarter" idx="11"/>
          </p:nvPr>
        </p:nvSpPr>
        <p:spPr>
          <a:ln/>
        </p:spPr>
        <p:txBody>
          <a:bodyPr/>
          <a:lstStyle>
            <a:lvl1pPr>
              <a:defRPr/>
            </a:lvl1pPr>
          </a:lstStyle>
          <a:p>
            <a:pPr>
              <a:defRPr/>
            </a:pPr>
            <a:endParaRPr lang="en-US" dirty="0"/>
          </a:p>
        </p:txBody>
      </p:sp>
      <p:sp>
        <p:nvSpPr>
          <p:cNvPr id="5" name="Rectangle 14"/>
          <p:cNvSpPr>
            <a:spLocks noGrp="1" noChangeArrowheads="1"/>
          </p:cNvSpPr>
          <p:nvPr>
            <p:ph type="sldNum" sz="quarter" idx="12"/>
          </p:nvPr>
        </p:nvSpPr>
        <p:spPr>
          <a:ln/>
        </p:spPr>
        <p:txBody>
          <a:bodyPr/>
          <a:lstStyle>
            <a:lvl1pPr>
              <a:defRPr/>
            </a:lvl1pPr>
          </a:lstStyle>
          <a:p>
            <a:pPr>
              <a:defRPr/>
            </a:pPr>
            <a:fld id="{67975FB0-9CE8-4015-B254-15641EEF5C94}" type="slidenum">
              <a:rPr lang="en-US"/>
              <a:pPr>
                <a:defRPr/>
              </a:pPr>
              <a:t>‹#›</a:t>
            </a:fld>
            <a:endParaRPr lang="en-US"/>
          </a:p>
        </p:txBody>
      </p:sp>
      <p:pic>
        <p:nvPicPr>
          <p:cNvPr id="6" name="Picture 5">
            <a:extLst>
              <a:ext uri="{FF2B5EF4-FFF2-40B4-BE49-F238E27FC236}">
                <a16:creationId xmlns:a16="http://schemas.microsoft.com/office/drawing/2014/main" id="{7C8692B2-FEFD-3045-94A8-FDEFB7E46DC1}"/>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l="3067" r="2700" b="9035"/>
          <a:stretch/>
        </p:blipFill>
        <p:spPr>
          <a:xfrm>
            <a:off x="4092584" y="6270321"/>
            <a:ext cx="958830" cy="438428"/>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12"/>
          <p:cNvSpPr>
            <a:spLocks noGrp="1" noChangeArrowheads="1"/>
          </p:cNvSpPr>
          <p:nvPr>
            <p:ph type="dt" sz="half" idx="10"/>
          </p:nvPr>
        </p:nvSpPr>
        <p:spPr>
          <a:ln/>
        </p:spPr>
        <p:txBody>
          <a:bodyPr/>
          <a:lstStyle>
            <a:lvl1pPr>
              <a:defRPr/>
            </a:lvl1pPr>
          </a:lstStyle>
          <a:p>
            <a:pPr>
              <a:defRPr/>
            </a:pPr>
            <a:fld id="{05F2725D-B7CD-4CDB-B1E3-DA26C5D7CA7D}" type="datetime4">
              <a:rPr lang="en-US"/>
              <a:pPr>
                <a:defRPr/>
              </a:pPr>
              <a:t>May 24, 2023</a:t>
            </a:fld>
            <a:endParaRPr lang="en-US"/>
          </a:p>
        </p:txBody>
      </p:sp>
      <p:sp>
        <p:nvSpPr>
          <p:cNvPr id="3" name="Rectangle 13"/>
          <p:cNvSpPr>
            <a:spLocks noGrp="1" noChangeArrowheads="1"/>
          </p:cNvSpPr>
          <p:nvPr>
            <p:ph type="ftr" sz="quarter" idx="11"/>
          </p:nvPr>
        </p:nvSpPr>
        <p:spPr>
          <a:ln/>
        </p:spPr>
        <p:txBody>
          <a:bodyPr/>
          <a:lstStyle>
            <a:lvl1pPr>
              <a:defRPr/>
            </a:lvl1pPr>
          </a:lstStyle>
          <a:p>
            <a:pPr>
              <a:defRPr/>
            </a:pPr>
            <a:endParaRPr lang="en-US" dirty="0"/>
          </a:p>
        </p:txBody>
      </p:sp>
      <p:sp>
        <p:nvSpPr>
          <p:cNvPr id="4" name="Rectangle 14"/>
          <p:cNvSpPr>
            <a:spLocks noGrp="1" noChangeArrowheads="1"/>
          </p:cNvSpPr>
          <p:nvPr>
            <p:ph type="sldNum" sz="quarter" idx="12"/>
          </p:nvPr>
        </p:nvSpPr>
        <p:spPr>
          <a:ln/>
        </p:spPr>
        <p:txBody>
          <a:bodyPr/>
          <a:lstStyle>
            <a:lvl1pPr>
              <a:defRPr/>
            </a:lvl1pPr>
          </a:lstStyle>
          <a:p>
            <a:pPr>
              <a:defRPr/>
            </a:pPr>
            <a:fld id="{7D44A7BE-7785-42EA-BFCF-12BF27224B8B}" type="slidenum">
              <a:rPr lang="en-US"/>
              <a:pPr>
                <a:defRPr/>
              </a:pPr>
              <a:t>‹#›</a:t>
            </a:fld>
            <a:endParaRPr lang="en-US"/>
          </a:p>
        </p:txBody>
      </p:sp>
      <p:pic>
        <p:nvPicPr>
          <p:cNvPr id="5" name="Picture 4">
            <a:extLst>
              <a:ext uri="{FF2B5EF4-FFF2-40B4-BE49-F238E27FC236}">
                <a16:creationId xmlns:a16="http://schemas.microsoft.com/office/drawing/2014/main" id="{897CF99F-6F91-1A44-BC2B-6898C3D57CB6}"/>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l="3067" r="2700" b="9035"/>
          <a:stretch/>
        </p:blipFill>
        <p:spPr>
          <a:xfrm>
            <a:off x="4092584" y="6270321"/>
            <a:ext cx="958830" cy="438428"/>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12"/>
          <p:cNvSpPr>
            <a:spLocks noGrp="1" noChangeArrowheads="1"/>
          </p:cNvSpPr>
          <p:nvPr>
            <p:ph type="dt" sz="half" idx="10"/>
          </p:nvPr>
        </p:nvSpPr>
        <p:spPr>
          <a:ln/>
        </p:spPr>
        <p:txBody>
          <a:bodyPr/>
          <a:lstStyle>
            <a:lvl1pPr>
              <a:defRPr/>
            </a:lvl1pPr>
          </a:lstStyle>
          <a:p>
            <a:pPr>
              <a:defRPr/>
            </a:pPr>
            <a:fld id="{06DD5EFD-F0AB-47C2-86B8-4E4707671621}" type="datetime4">
              <a:rPr lang="en-US"/>
              <a:pPr>
                <a:defRPr/>
              </a:pPr>
              <a:t>May 24, 2023</a:t>
            </a:fld>
            <a:endParaRPr lang="en-US"/>
          </a:p>
        </p:txBody>
      </p:sp>
      <p:sp>
        <p:nvSpPr>
          <p:cNvPr id="6" name="Rectangle 13"/>
          <p:cNvSpPr>
            <a:spLocks noGrp="1" noChangeArrowheads="1"/>
          </p:cNvSpPr>
          <p:nvPr>
            <p:ph type="ftr" sz="quarter" idx="11"/>
          </p:nvPr>
        </p:nvSpPr>
        <p:spPr>
          <a:ln/>
        </p:spPr>
        <p:txBody>
          <a:bodyPr/>
          <a:lstStyle>
            <a:lvl1pPr>
              <a:defRPr/>
            </a:lvl1pPr>
          </a:lstStyle>
          <a:p>
            <a:pPr>
              <a:defRPr/>
            </a:pPr>
            <a:endParaRPr lang="en-US" dirty="0"/>
          </a:p>
        </p:txBody>
      </p:sp>
      <p:sp>
        <p:nvSpPr>
          <p:cNvPr id="7" name="Rectangle 14"/>
          <p:cNvSpPr>
            <a:spLocks noGrp="1" noChangeArrowheads="1"/>
          </p:cNvSpPr>
          <p:nvPr>
            <p:ph type="sldNum" sz="quarter" idx="12"/>
          </p:nvPr>
        </p:nvSpPr>
        <p:spPr>
          <a:ln/>
        </p:spPr>
        <p:txBody>
          <a:bodyPr/>
          <a:lstStyle>
            <a:lvl1pPr>
              <a:defRPr/>
            </a:lvl1pPr>
          </a:lstStyle>
          <a:p>
            <a:pPr>
              <a:defRPr/>
            </a:pPr>
            <a:fld id="{A97DC245-C2C0-45DD-BDE5-0DE31B396505}" type="slidenum">
              <a:rPr lang="en-US"/>
              <a:pPr>
                <a:defRPr/>
              </a:pPr>
              <a:t>‹#›</a:t>
            </a:fld>
            <a:endParaRPr lang="en-US"/>
          </a:p>
        </p:txBody>
      </p:sp>
      <p:pic>
        <p:nvPicPr>
          <p:cNvPr id="8" name="Picture 7">
            <a:extLst>
              <a:ext uri="{FF2B5EF4-FFF2-40B4-BE49-F238E27FC236}">
                <a16:creationId xmlns:a16="http://schemas.microsoft.com/office/drawing/2014/main" id="{396EAECD-CA31-2F41-9E6C-8329AB944699}"/>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l="3067" r="2700" b="9035"/>
          <a:stretch/>
        </p:blipFill>
        <p:spPr>
          <a:xfrm>
            <a:off x="4092584" y="6270321"/>
            <a:ext cx="958830" cy="438428"/>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12"/>
          <p:cNvSpPr>
            <a:spLocks noGrp="1" noChangeArrowheads="1"/>
          </p:cNvSpPr>
          <p:nvPr>
            <p:ph type="dt" sz="half" idx="10"/>
          </p:nvPr>
        </p:nvSpPr>
        <p:spPr>
          <a:ln/>
        </p:spPr>
        <p:txBody>
          <a:bodyPr/>
          <a:lstStyle>
            <a:lvl1pPr>
              <a:defRPr/>
            </a:lvl1pPr>
          </a:lstStyle>
          <a:p>
            <a:pPr>
              <a:defRPr/>
            </a:pPr>
            <a:fld id="{EDC5D7D2-A504-43B2-802A-A82FAE46CA0F}" type="datetime4">
              <a:rPr lang="en-US"/>
              <a:pPr>
                <a:defRPr/>
              </a:pPr>
              <a:t>May 24, 2023</a:t>
            </a:fld>
            <a:endParaRPr lang="en-US"/>
          </a:p>
        </p:txBody>
      </p:sp>
      <p:sp>
        <p:nvSpPr>
          <p:cNvPr id="6" name="Rectangle 13"/>
          <p:cNvSpPr>
            <a:spLocks noGrp="1" noChangeArrowheads="1"/>
          </p:cNvSpPr>
          <p:nvPr>
            <p:ph type="ftr" sz="quarter" idx="11"/>
          </p:nvPr>
        </p:nvSpPr>
        <p:spPr>
          <a:ln/>
        </p:spPr>
        <p:txBody>
          <a:bodyPr/>
          <a:lstStyle>
            <a:lvl1pPr>
              <a:defRPr/>
            </a:lvl1pPr>
          </a:lstStyle>
          <a:p>
            <a:pPr>
              <a:defRPr/>
            </a:pPr>
            <a:endParaRPr lang="en-US" dirty="0"/>
          </a:p>
        </p:txBody>
      </p:sp>
      <p:sp>
        <p:nvSpPr>
          <p:cNvPr id="7" name="Rectangle 14"/>
          <p:cNvSpPr>
            <a:spLocks noGrp="1" noChangeArrowheads="1"/>
          </p:cNvSpPr>
          <p:nvPr>
            <p:ph type="sldNum" sz="quarter" idx="12"/>
          </p:nvPr>
        </p:nvSpPr>
        <p:spPr>
          <a:ln/>
        </p:spPr>
        <p:txBody>
          <a:bodyPr/>
          <a:lstStyle>
            <a:lvl1pPr>
              <a:defRPr/>
            </a:lvl1pPr>
          </a:lstStyle>
          <a:p>
            <a:pPr>
              <a:defRPr/>
            </a:pPr>
            <a:fld id="{2472CA59-EC8F-474A-91BE-7940733EFDEC}" type="slidenum">
              <a:rPr lang="en-US"/>
              <a:pPr>
                <a:defRPr/>
              </a:pPr>
              <a:t>‹#›</a:t>
            </a:fld>
            <a:endParaRPr lang="en-US"/>
          </a:p>
        </p:txBody>
      </p:sp>
      <p:pic>
        <p:nvPicPr>
          <p:cNvPr id="8" name="Picture 7">
            <a:extLst>
              <a:ext uri="{FF2B5EF4-FFF2-40B4-BE49-F238E27FC236}">
                <a16:creationId xmlns:a16="http://schemas.microsoft.com/office/drawing/2014/main" id="{756A07FD-A673-854E-9ADC-B37B37874EE4}"/>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l="3067" r="2700" b="9035"/>
          <a:stretch/>
        </p:blipFill>
        <p:spPr>
          <a:xfrm>
            <a:off x="4092584" y="6270321"/>
            <a:ext cx="958830" cy="438428"/>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12"/>
          <p:cNvSpPr>
            <a:spLocks noGrp="1" noChangeArrowheads="1"/>
          </p:cNvSpPr>
          <p:nvPr>
            <p:ph type="dt" sz="half" idx="10"/>
          </p:nvPr>
        </p:nvSpPr>
        <p:spPr>
          <a:ln/>
        </p:spPr>
        <p:txBody>
          <a:bodyPr/>
          <a:lstStyle>
            <a:lvl1pPr>
              <a:defRPr/>
            </a:lvl1pPr>
          </a:lstStyle>
          <a:p>
            <a:pPr>
              <a:defRPr/>
            </a:pPr>
            <a:fld id="{28C3FCF3-CFBB-4267-A635-3F7AB8F1ACB4}" type="datetime4">
              <a:rPr lang="en-US"/>
              <a:pPr>
                <a:defRPr/>
              </a:pPr>
              <a:t>May 24, 2023</a:t>
            </a:fld>
            <a:endParaRPr lang="en-US"/>
          </a:p>
        </p:txBody>
      </p:sp>
      <p:sp>
        <p:nvSpPr>
          <p:cNvPr id="5" name="Rectangle 13"/>
          <p:cNvSpPr>
            <a:spLocks noGrp="1" noChangeArrowheads="1"/>
          </p:cNvSpPr>
          <p:nvPr>
            <p:ph type="ftr" sz="quarter" idx="11"/>
          </p:nvPr>
        </p:nvSpPr>
        <p:spPr>
          <a:ln/>
        </p:spPr>
        <p:txBody>
          <a:bodyPr/>
          <a:lstStyle>
            <a:lvl1pPr>
              <a:defRPr/>
            </a:lvl1pPr>
          </a:lstStyle>
          <a:p>
            <a:pPr>
              <a:defRPr/>
            </a:pPr>
            <a:r>
              <a:rPr lang="en-US"/>
              <a:t>Developed by Leesa Mohanty©</a:t>
            </a:r>
          </a:p>
        </p:txBody>
      </p:sp>
      <p:sp>
        <p:nvSpPr>
          <p:cNvPr id="6" name="Rectangle 14"/>
          <p:cNvSpPr>
            <a:spLocks noGrp="1" noChangeArrowheads="1"/>
          </p:cNvSpPr>
          <p:nvPr>
            <p:ph type="sldNum" sz="quarter" idx="12"/>
          </p:nvPr>
        </p:nvSpPr>
        <p:spPr>
          <a:ln/>
        </p:spPr>
        <p:txBody>
          <a:bodyPr/>
          <a:lstStyle>
            <a:lvl1pPr>
              <a:defRPr/>
            </a:lvl1pPr>
          </a:lstStyle>
          <a:p>
            <a:pPr>
              <a:defRPr/>
            </a:pPr>
            <a:fld id="{374DDE56-B4EB-490D-A3CF-7701EE863C7A}" type="slidenum">
              <a:rPr lang="en-US"/>
              <a:pPr>
                <a:defRPr/>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10338" y="76200"/>
            <a:ext cx="1947862" cy="50292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63575" y="76200"/>
            <a:ext cx="5694363" cy="50292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12"/>
          <p:cNvSpPr>
            <a:spLocks noGrp="1" noChangeArrowheads="1"/>
          </p:cNvSpPr>
          <p:nvPr>
            <p:ph type="dt" sz="half" idx="10"/>
          </p:nvPr>
        </p:nvSpPr>
        <p:spPr>
          <a:ln/>
        </p:spPr>
        <p:txBody>
          <a:bodyPr/>
          <a:lstStyle>
            <a:lvl1pPr>
              <a:defRPr/>
            </a:lvl1pPr>
          </a:lstStyle>
          <a:p>
            <a:pPr>
              <a:defRPr/>
            </a:pPr>
            <a:fld id="{0087FBCB-AC77-4AEE-A10F-979F05059E02}" type="datetime4">
              <a:rPr lang="en-US"/>
              <a:pPr>
                <a:defRPr/>
              </a:pPr>
              <a:t>May 24, 2023</a:t>
            </a:fld>
            <a:endParaRPr lang="en-US"/>
          </a:p>
        </p:txBody>
      </p:sp>
      <p:sp>
        <p:nvSpPr>
          <p:cNvPr id="5" name="Rectangle 13"/>
          <p:cNvSpPr>
            <a:spLocks noGrp="1" noChangeArrowheads="1"/>
          </p:cNvSpPr>
          <p:nvPr>
            <p:ph type="ftr" sz="quarter" idx="11"/>
          </p:nvPr>
        </p:nvSpPr>
        <p:spPr>
          <a:ln/>
        </p:spPr>
        <p:txBody>
          <a:bodyPr/>
          <a:lstStyle>
            <a:lvl1pPr>
              <a:defRPr/>
            </a:lvl1pPr>
          </a:lstStyle>
          <a:p>
            <a:pPr>
              <a:defRPr/>
            </a:pPr>
            <a:r>
              <a:rPr lang="en-US"/>
              <a:t>Developed by Leesa Mohanty©</a:t>
            </a:r>
          </a:p>
        </p:txBody>
      </p:sp>
      <p:sp>
        <p:nvSpPr>
          <p:cNvPr id="6" name="Rectangle 14"/>
          <p:cNvSpPr>
            <a:spLocks noGrp="1" noChangeArrowheads="1"/>
          </p:cNvSpPr>
          <p:nvPr>
            <p:ph type="sldNum" sz="quarter" idx="12"/>
          </p:nvPr>
        </p:nvSpPr>
        <p:spPr>
          <a:ln/>
        </p:spPr>
        <p:txBody>
          <a:bodyPr/>
          <a:lstStyle>
            <a:lvl1pPr>
              <a:defRPr/>
            </a:lvl1pPr>
          </a:lstStyle>
          <a:p>
            <a:pPr>
              <a:defRPr/>
            </a:pPr>
            <a:fld id="{06B01957-F790-4F33-A79F-6AA7FD3513FF}" type="slidenum">
              <a:rPr lang="en-US"/>
              <a:pPr>
                <a:defRPr/>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dgm" preserve="1">
  <p:cSld name="Title and Diagram or Organization Chart">
    <p:spTree>
      <p:nvGrpSpPr>
        <p:cNvPr id="1" name=""/>
        <p:cNvGrpSpPr/>
        <p:nvPr/>
      </p:nvGrpSpPr>
      <p:grpSpPr>
        <a:xfrm>
          <a:off x="0" y="0"/>
          <a:ext cx="0" cy="0"/>
          <a:chOff x="0" y="0"/>
          <a:chExt cx="0" cy="0"/>
        </a:xfrm>
      </p:grpSpPr>
      <p:sp>
        <p:nvSpPr>
          <p:cNvPr id="2" name="Title 1"/>
          <p:cNvSpPr>
            <a:spLocks noGrp="1"/>
          </p:cNvSpPr>
          <p:nvPr>
            <p:ph type="title"/>
          </p:nvPr>
        </p:nvSpPr>
        <p:spPr>
          <a:xfrm>
            <a:off x="663575" y="76200"/>
            <a:ext cx="7772400" cy="609600"/>
          </a:xfrm>
        </p:spPr>
        <p:txBody>
          <a:bodyPr/>
          <a:lstStyle/>
          <a:p>
            <a:r>
              <a:rPr lang="en-US"/>
              <a:t>Click to edit Master title style</a:t>
            </a:r>
          </a:p>
        </p:txBody>
      </p:sp>
      <p:sp>
        <p:nvSpPr>
          <p:cNvPr id="3" name="SmartArt Placeholder 2"/>
          <p:cNvSpPr>
            <a:spLocks noGrp="1"/>
          </p:cNvSpPr>
          <p:nvPr>
            <p:ph type="dgm" idx="1"/>
          </p:nvPr>
        </p:nvSpPr>
        <p:spPr>
          <a:xfrm>
            <a:off x="685800" y="990600"/>
            <a:ext cx="7772400" cy="4114800"/>
          </a:xfrm>
        </p:spPr>
        <p:txBody>
          <a:bodyPr/>
          <a:lstStyle/>
          <a:p>
            <a:pPr lvl="0"/>
            <a:endParaRPr lang="en-US" noProof="0"/>
          </a:p>
        </p:txBody>
      </p:sp>
      <p:sp>
        <p:nvSpPr>
          <p:cNvPr id="4" name="Rectangle 12"/>
          <p:cNvSpPr>
            <a:spLocks noGrp="1" noChangeArrowheads="1"/>
          </p:cNvSpPr>
          <p:nvPr>
            <p:ph type="dt" sz="half" idx="10"/>
          </p:nvPr>
        </p:nvSpPr>
        <p:spPr>
          <a:ln/>
        </p:spPr>
        <p:txBody>
          <a:bodyPr/>
          <a:lstStyle>
            <a:lvl1pPr>
              <a:defRPr/>
            </a:lvl1pPr>
          </a:lstStyle>
          <a:p>
            <a:pPr>
              <a:defRPr/>
            </a:pPr>
            <a:fld id="{DA281CC8-F1E5-4E97-8B83-D413B8CFEA30}" type="datetime4">
              <a:rPr lang="en-US"/>
              <a:pPr>
                <a:defRPr/>
              </a:pPr>
              <a:t>May 24, 2023</a:t>
            </a:fld>
            <a:endParaRPr lang="en-US"/>
          </a:p>
        </p:txBody>
      </p:sp>
      <p:sp>
        <p:nvSpPr>
          <p:cNvPr id="5" name="Rectangle 13"/>
          <p:cNvSpPr>
            <a:spLocks noGrp="1" noChangeArrowheads="1"/>
          </p:cNvSpPr>
          <p:nvPr>
            <p:ph type="ftr" sz="quarter" idx="11"/>
          </p:nvPr>
        </p:nvSpPr>
        <p:spPr>
          <a:ln/>
        </p:spPr>
        <p:txBody>
          <a:bodyPr/>
          <a:lstStyle>
            <a:lvl1pPr>
              <a:defRPr/>
            </a:lvl1pPr>
          </a:lstStyle>
          <a:p>
            <a:pPr>
              <a:defRPr/>
            </a:pPr>
            <a:endParaRPr lang="en-US" dirty="0"/>
          </a:p>
        </p:txBody>
      </p:sp>
      <p:sp>
        <p:nvSpPr>
          <p:cNvPr id="6" name="Rectangle 14"/>
          <p:cNvSpPr>
            <a:spLocks noGrp="1" noChangeArrowheads="1"/>
          </p:cNvSpPr>
          <p:nvPr>
            <p:ph type="sldNum" sz="quarter" idx="12"/>
          </p:nvPr>
        </p:nvSpPr>
        <p:spPr>
          <a:ln/>
        </p:spPr>
        <p:txBody>
          <a:bodyPr/>
          <a:lstStyle>
            <a:lvl1pPr>
              <a:defRPr/>
            </a:lvl1pPr>
          </a:lstStyle>
          <a:p>
            <a:pPr>
              <a:defRPr/>
            </a:pPr>
            <a:fld id="{1AC60E3C-448F-4F5F-808F-69560BD7D0D6}" type="slidenum">
              <a:rPr lang="en-US"/>
              <a:pPr>
                <a:defRPr/>
              </a:pPr>
              <a:t>‹#›</a:t>
            </a:fld>
            <a:endParaRPr lang="en-US"/>
          </a:p>
        </p:txBody>
      </p:sp>
      <p:pic>
        <p:nvPicPr>
          <p:cNvPr id="7" name="Picture 6">
            <a:extLst>
              <a:ext uri="{FF2B5EF4-FFF2-40B4-BE49-F238E27FC236}">
                <a16:creationId xmlns:a16="http://schemas.microsoft.com/office/drawing/2014/main" id="{3D7CAD92-FFA2-1544-8CE3-97B414FB116A}"/>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l="3067" r="2700" b="9035"/>
          <a:stretch/>
        </p:blipFill>
        <p:spPr>
          <a:xfrm>
            <a:off x="4092584" y="6270321"/>
            <a:ext cx="958830" cy="438428"/>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gradFill rotWithShape="0">
          <a:gsLst>
            <a:gs pos="0">
              <a:srgbClr val="00254A"/>
            </a:gs>
            <a:gs pos="100000">
              <a:srgbClr val="0066CC"/>
            </a:gs>
          </a:gsLst>
          <a:lin ang="5400000" scaled="1"/>
        </a:gradFill>
        <a:effectLst/>
      </p:bgPr>
    </p:bg>
    <p:spTree>
      <p:nvGrpSpPr>
        <p:cNvPr id="1" name=""/>
        <p:cNvGrpSpPr/>
        <p:nvPr/>
      </p:nvGrpSpPr>
      <p:grpSpPr>
        <a:xfrm>
          <a:off x="0" y="0"/>
          <a:ext cx="0" cy="0"/>
          <a:chOff x="0" y="0"/>
          <a:chExt cx="0" cy="0"/>
        </a:xfrm>
      </p:grpSpPr>
      <p:sp>
        <p:nvSpPr>
          <p:cNvPr id="2050" name="Rectangle 10"/>
          <p:cNvSpPr>
            <a:spLocks noGrp="1" noChangeArrowheads="1"/>
          </p:cNvSpPr>
          <p:nvPr>
            <p:ph type="title"/>
          </p:nvPr>
        </p:nvSpPr>
        <p:spPr bwMode="auto">
          <a:xfrm>
            <a:off x="663575" y="76200"/>
            <a:ext cx="7772400" cy="6096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2051" name="Rectangle 11"/>
          <p:cNvSpPr>
            <a:spLocks noGrp="1" noChangeArrowheads="1"/>
          </p:cNvSpPr>
          <p:nvPr>
            <p:ph type="body" idx="1"/>
          </p:nvPr>
        </p:nvSpPr>
        <p:spPr bwMode="auto">
          <a:xfrm>
            <a:off x="685800" y="990600"/>
            <a:ext cx="7772400" cy="41148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7116" name="Rectangle 12"/>
          <p:cNvSpPr>
            <a:spLocks noGrp="1" noChangeArrowheads="1"/>
          </p:cNvSpPr>
          <p:nvPr>
            <p:ph type="dt" sz="half" idx="2"/>
          </p:nvPr>
        </p:nvSpPr>
        <p:spPr bwMode="auto">
          <a:xfrm>
            <a:off x="685800" y="6248400"/>
            <a:ext cx="19050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000">
                <a:solidFill>
                  <a:schemeClr val="bg1"/>
                </a:solidFill>
                <a:latin typeface="+mn-lt"/>
              </a:defRPr>
            </a:lvl1pPr>
          </a:lstStyle>
          <a:p>
            <a:pPr>
              <a:defRPr/>
            </a:pPr>
            <a:fld id="{CF5A509B-C0B7-4402-8275-15ABB675864A}" type="datetime4">
              <a:rPr lang="en-US"/>
              <a:pPr>
                <a:defRPr/>
              </a:pPr>
              <a:t>May 24, 2023</a:t>
            </a:fld>
            <a:endParaRPr lang="en-US"/>
          </a:p>
        </p:txBody>
      </p:sp>
      <p:sp>
        <p:nvSpPr>
          <p:cNvPr id="47117" name="Rectangle 13"/>
          <p:cNvSpPr>
            <a:spLocks noGrp="1" noChangeArrowheads="1"/>
          </p:cNvSpPr>
          <p:nvPr>
            <p:ph type="ftr" sz="quarter" idx="3"/>
          </p:nvPr>
        </p:nvSpPr>
        <p:spPr bwMode="auto">
          <a:xfrm>
            <a:off x="3124200" y="6248400"/>
            <a:ext cx="28956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ctr">
              <a:defRPr sz="1000">
                <a:solidFill>
                  <a:schemeClr val="bg1"/>
                </a:solidFill>
                <a:latin typeface="+mn-lt"/>
              </a:defRPr>
            </a:lvl1pPr>
          </a:lstStyle>
          <a:p>
            <a:pPr>
              <a:defRPr/>
            </a:pPr>
            <a:r>
              <a:rPr lang="en-US"/>
              <a:t>Developed by Leesa Mohanty©</a:t>
            </a:r>
          </a:p>
        </p:txBody>
      </p:sp>
      <p:sp>
        <p:nvSpPr>
          <p:cNvPr id="47118" name="Rectangle 14"/>
          <p:cNvSpPr>
            <a:spLocks noGrp="1" noChangeArrowheads="1"/>
          </p:cNvSpPr>
          <p:nvPr>
            <p:ph type="sldNum" sz="quarter" idx="4"/>
          </p:nvPr>
        </p:nvSpPr>
        <p:spPr bwMode="auto">
          <a:xfrm>
            <a:off x="6553200" y="6248400"/>
            <a:ext cx="19050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000">
                <a:solidFill>
                  <a:schemeClr val="bg1"/>
                </a:solidFill>
                <a:latin typeface="+mn-lt"/>
              </a:defRPr>
            </a:lvl1pPr>
          </a:lstStyle>
          <a:p>
            <a:pPr>
              <a:defRPr/>
            </a:pPr>
            <a:fld id="{757999AF-D28D-40E2-AF0D-1DF14C38D763}" type="slidenum">
              <a:rPr lang="en-US"/>
              <a:pPr>
                <a:defRPr/>
              </a:pPr>
              <a:t>‹#›</a:t>
            </a:fld>
            <a:endParaRPr lang="en-US"/>
          </a:p>
        </p:txBody>
      </p:sp>
      <p:sp>
        <p:nvSpPr>
          <p:cNvPr id="47119" name="Line 15"/>
          <p:cNvSpPr>
            <a:spLocks noChangeShapeType="1"/>
          </p:cNvSpPr>
          <p:nvPr userDrawn="1"/>
        </p:nvSpPr>
        <p:spPr bwMode="auto">
          <a:xfrm>
            <a:off x="0" y="750888"/>
            <a:ext cx="9144000" cy="0"/>
          </a:xfrm>
          <a:prstGeom prst="line">
            <a:avLst/>
          </a:prstGeom>
          <a:noFill/>
          <a:ln w="57150" cmpd="thinThick">
            <a:solidFill>
              <a:srgbClr val="FF9900"/>
            </a:solidFill>
            <a:round/>
            <a:headEnd/>
            <a:tailEnd/>
          </a:ln>
          <a:effectLst/>
        </p:spPr>
        <p:txBody>
          <a:bodyPr/>
          <a:lstStyle/>
          <a:p>
            <a:pPr>
              <a:defRPr/>
            </a:pPr>
            <a:endParaRPr lang="en-US"/>
          </a:p>
        </p:txBody>
      </p:sp>
    </p:spTree>
  </p:cSld>
  <p:clrMap bg1="lt1" tx1="dk1" bg2="lt2" tx2="dk2" accent1="accent1" accent2="accent2" accent3="accent3" accent4="accent4" accent5="accent5" accent6="accent6" hlink="hlink" folHlink="folHlink"/>
  <p:sldLayoutIdLst>
    <p:sldLayoutId id="2147483687" r:id="rId1"/>
    <p:sldLayoutId id="2147483676" r:id="rId2"/>
    <p:sldLayoutId id="2147483677" r:id="rId3"/>
    <p:sldLayoutId id="2147483678" r:id="rId4"/>
    <p:sldLayoutId id="2147483679" r:id="rId5"/>
    <p:sldLayoutId id="2147483680" r:id="rId6"/>
    <p:sldLayoutId id="2147483681" r:id="rId7"/>
    <p:sldLayoutId id="2147483682" r:id="rId8"/>
    <p:sldLayoutId id="2147483683" r:id="rId9"/>
    <p:sldLayoutId id="2147483684" r:id="rId10"/>
    <p:sldLayoutId id="2147483685" r:id="rId11"/>
    <p:sldLayoutId id="2147483686" r:id="rId12"/>
  </p:sldLayoutIdLst>
  <p:hf hdr="0"/>
  <p:txStyles>
    <p:titleStyle>
      <a:lvl1pPr algn="l" rtl="0" eaLnBrk="0" fontAlgn="base" hangingPunct="0">
        <a:spcBef>
          <a:spcPct val="0"/>
        </a:spcBef>
        <a:spcAft>
          <a:spcPct val="0"/>
        </a:spcAft>
        <a:defRPr sz="3200">
          <a:solidFill>
            <a:srgbClr val="FF9933"/>
          </a:solidFill>
          <a:latin typeface="+mj-lt"/>
          <a:ea typeface="+mj-ea"/>
          <a:cs typeface="+mj-cs"/>
        </a:defRPr>
      </a:lvl1pPr>
      <a:lvl2pPr algn="l" rtl="0" eaLnBrk="0" fontAlgn="base" hangingPunct="0">
        <a:spcBef>
          <a:spcPct val="0"/>
        </a:spcBef>
        <a:spcAft>
          <a:spcPct val="0"/>
        </a:spcAft>
        <a:defRPr sz="3200">
          <a:solidFill>
            <a:srgbClr val="FF9933"/>
          </a:solidFill>
          <a:latin typeface="Tahoma" pitchFamily="34" charset="0"/>
        </a:defRPr>
      </a:lvl2pPr>
      <a:lvl3pPr algn="l" rtl="0" eaLnBrk="0" fontAlgn="base" hangingPunct="0">
        <a:spcBef>
          <a:spcPct val="0"/>
        </a:spcBef>
        <a:spcAft>
          <a:spcPct val="0"/>
        </a:spcAft>
        <a:defRPr sz="3200">
          <a:solidFill>
            <a:srgbClr val="FF9933"/>
          </a:solidFill>
          <a:latin typeface="Tahoma" pitchFamily="34" charset="0"/>
        </a:defRPr>
      </a:lvl3pPr>
      <a:lvl4pPr algn="l" rtl="0" eaLnBrk="0" fontAlgn="base" hangingPunct="0">
        <a:spcBef>
          <a:spcPct val="0"/>
        </a:spcBef>
        <a:spcAft>
          <a:spcPct val="0"/>
        </a:spcAft>
        <a:defRPr sz="3200">
          <a:solidFill>
            <a:srgbClr val="FF9933"/>
          </a:solidFill>
          <a:latin typeface="Tahoma" pitchFamily="34" charset="0"/>
        </a:defRPr>
      </a:lvl4pPr>
      <a:lvl5pPr algn="l" rtl="0" eaLnBrk="0" fontAlgn="base" hangingPunct="0">
        <a:spcBef>
          <a:spcPct val="0"/>
        </a:spcBef>
        <a:spcAft>
          <a:spcPct val="0"/>
        </a:spcAft>
        <a:defRPr sz="3200">
          <a:solidFill>
            <a:srgbClr val="FF9933"/>
          </a:solidFill>
          <a:latin typeface="Tahoma" pitchFamily="34" charset="0"/>
        </a:defRPr>
      </a:lvl5pPr>
      <a:lvl6pPr marL="457200" algn="l" rtl="0" fontAlgn="base">
        <a:spcBef>
          <a:spcPct val="0"/>
        </a:spcBef>
        <a:spcAft>
          <a:spcPct val="0"/>
        </a:spcAft>
        <a:defRPr sz="3200">
          <a:solidFill>
            <a:srgbClr val="FF9933"/>
          </a:solidFill>
          <a:latin typeface="Tahoma" pitchFamily="34" charset="0"/>
        </a:defRPr>
      </a:lvl6pPr>
      <a:lvl7pPr marL="914400" algn="l" rtl="0" fontAlgn="base">
        <a:spcBef>
          <a:spcPct val="0"/>
        </a:spcBef>
        <a:spcAft>
          <a:spcPct val="0"/>
        </a:spcAft>
        <a:defRPr sz="3200">
          <a:solidFill>
            <a:srgbClr val="FF9933"/>
          </a:solidFill>
          <a:latin typeface="Tahoma" pitchFamily="34" charset="0"/>
        </a:defRPr>
      </a:lvl7pPr>
      <a:lvl8pPr marL="1371600" algn="l" rtl="0" fontAlgn="base">
        <a:spcBef>
          <a:spcPct val="0"/>
        </a:spcBef>
        <a:spcAft>
          <a:spcPct val="0"/>
        </a:spcAft>
        <a:defRPr sz="3200">
          <a:solidFill>
            <a:srgbClr val="FF9933"/>
          </a:solidFill>
          <a:latin typeface="Tahoma" pitchFamily="34" charset="0"/>
        </a:defRPr>
      </a:lvl8pPr>
      <a:lvl9pPr marL="1828800" algn="l" rtl="0" fontAlgn="base">
        <a:spcBef>
          <a:spcPct val="0"/>
        </a:spcBef>
        <a:spcAft>
          <a:spcPct val="0"/>
        </a:spcAft>
        <a:defRPr sz="3200">
          <a:solidFill>
            <a:srgbClr val="FF9933"/>
          </a:solidFill>
          <a:latin typeface="Tahoma" pitchFamily="34" charset="0"/>
        </a:defRPr>
      </a:lvl9pPr>
    </p:titleStyle>
    <p:bodyStyle>
      <a:lvl1pPr marL="342900" indent="-342900" algn="l" rtl="0" eaLnBrk="0" fontAlgn="base" hangingPunct="0">
        <a:spcBef>
          <a:spcPct val="20000"/>
        </a:spcBef>
        <a:spcAft>
          <a:spcPct val="0"/>
        </a:spcAft>
        <a:buChar char="•"/>
        <a:defRPr sz="2400">
          <a:solidFill>
            <a:schemeClr val="bg1"/>
          </a:solidFill>
          <a:latin typeface="+mn-lt"/>
          <a:ea typeface="+mn-ea"/>
          <a:cs typeface="+mn-cs"/>
        </a:defRPr>
      </a:lvl1pPr>
      <a:lvl2pPr marL="742950" indent="-285750" algn="l" rtl="0" eaLnBrk="0" fontAlgn="base" hangingPunct="0">
        <a:spcBef>
          <a:spcPct val="20000"/>
        </a:spcBef>
        <a:spcAft>
          <a:spcPct val="0"/>
        </a:spcAft>
        <a:buChar char="–"/>
        <a:defRPr sz="2000">
          <a:solidFill>
            <a:schemeClr val="bg1"/>
          </a:solidFill>
          <a:latin typeface="+mn-lt"/>
        </a:defRPr>
      </a:lvl2pPr>
      <a:lvl3pPr marL="1143000" indent="-228600" algn="l" rtl="0" eaLnBrk="0" fontAlgn="base" hangingPunct="0">
        <a:spcBef>
          <a:spcPct val="20000"/>
        </a:spcBef>
        <a:spcAft>
          <a:spcPct val="0"/>
        </a:spcAft>
        <a:buChar char="•"/>
        <a:defRPr sz="1600">
          <a:solidFill>
            <a:schemeClr val="bg1"/>
          </a:solidFill>
          <a:latin typeface="+mn-lt"/>
        </a:defRPr>
      </a:lvl3pPr>
      <a:lvl4pPr marL="1600200" indent="-228600" algn="l" rtl="0" eaLnBrk="0" fontAlgn="base" hangingPunct="0">
        <a:spcBef>
          <a:spcPct val="20000"/>
        </a:spcBef>
        <a:spcAft>
          <a:spcPct val="0"/>
        </a:spcAft>
        <a:buChar char="–"/>
        <a:defRPr sz="1600">
          <a:solidFill>
            <a:schemeClr val="bg1"/>
          </a:solidFill>
          <a:latin typeface="+mn-lt"/>
        </a:defRPr>
      </a:lvl4pPr>
      <a:lvl5pPr marL="2057400" indent="-228600" algn="l" rtl="0" eaLnBrk="0" fontAlgn="base" hangingPunct="0">
        <a:spcBef>
          <a:spcPct val="20000"/>
        </a:spcBef>
        <a:spcAft>
          <a:spcPct val="0"/>
        </a:spcAft>
        <a:buChar char="»"/>
        <a:defRPr sz="1600">
          <a:solidFill>
            <a:schemeClr val="bg1"/>
          </a:solidFill>
          <a:latin typeface="+mn-lt"/>
        </a:defRPr>
      </a:lvl5pPr>
      <a:lvl6pPr marL="2514600" indent="-228600" algn="l" rtl="0" fontAlgn="base">
        <a:spcBef>
          <a:spcPct val="20000"/>
        </a:spcBef>
        <a:spcAft>
          <a:spcPct val="0"/>
        </a:spcAft>
        <a:buChar char="»"/>
        <a:defRPr sz="1600">
          <a:solidFill>
            <a:schemeClr val="bg1"/>
          </a:solidFill>
          <a:latin typeface="+mn-lt"/>
        </a:defRPr>
      </a:lvl6pPr>
      <a:lvl7pPr marL="2971800" indent="-228600" algn="l" rtl="0" fontAlgn="base">
        <a:spcBef>
          <a:spcPct val="20000"/>
        </a:spcBef>
        <a:spcAft>
          <a:spcPct val="0"/>
        </a:spcAft>
        <a:buChar char="»"/>
        <a:defRPr sz="1600">
          <a:solidFill>
            <a:schemeClr val="bg1"/>
          </a:solidFill>
          <a:latin typeface="+mn-lt"/>
        </a:defRPr>
      </a:lvl7pPr>
      <a:lvl8pPr marL="3429000" indent="-228600" algn="l" rtl="0" fontAlgn="base">
        <a:spcBef>
          <a:spcPct val="20000"/>
        </a:spcBef>
        <a:spcAft>
          <a:spcPct val="0"/>
        </a:spcAft>
        <a:buChar char="»"/>
        <a:defRPr sz="1600">
          <a:solidFill>
            <a:schemeClr val="bg1"/>
          </a:solidFill>
          <a:latin typeface="+mn-lt"/>
        </a:defRPr>
      </a:lvl8pPr>
      <a:lvl9pPr marL="3886200" indent="-228600" algn="l" rtl="0" fontAlgn="base">
        <a:spcBef>
          <a:spcPct val="20000"/>
        </a:spcBef>
        <a:spcAft>
          <a:spcPct val="0"/>
        </a:spcAft>
        <a:buChar char="»"/>
        <a:defRPr sz="1600">
          <a:solidFill>
            <a:schemeClr val="bg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3.xml"/><Relationship Id="rId1" Type="http://schemas.openxmlformats.org/officeDocument/2006/relationships/slideLayout" Target="../slideLayouts/slideLayout1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20.xml"/><Relationship Id="rId1" Type="http://schemas.openxmlformats.org/officeDocument/2006/relationships/slideLayout" Target="../slideLayouts/slideLayout1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ctrTitle"/>
          </p:nvPr>
        </p:nvSpPr>
        <p:spPr/>
        <p:txBody>
          <a:bodyPr/>
          <a:lstStyle/>
          <a:p>
            <a:r>
              <a:rPr lang="en-US" sz="5400" dirty="0"/>
              <a:t>NATYA SHASTRA</a:t>
            </a:r>
          </a:p>
        </p:txBody>
      </p:sp>
      <p:sp>
        <p:nvSpPr>
          <p:cNvPr id="4" name="Date Placeholder 3"/>
          <p:cNvSpPr>
            <a:spLocks noGrp="1"/>
          </p:cNvSpPr>
          <p:nvPr>
            <p:ph type="dt" sz="half" idx="10"/>
          </p:nvPr>
        </p:nvSpPr>
        <p:spPr/>
        <p:txBody>
          <a:bodyPr/>
          <a:lstStyle/>
          <a:p>
            <a:pPr>
              <a:defRPr/>
            </a:pPr>
            <a:fld id="{E7DBFAAF-699A-48F7-86A7-FEDCD51310E0}" type="datetime4">
              <a:rPr lang="en-US" smtClean="0"/>
              <a:pPr>
                <a:defRPr/>
              </a:pPr>
              <a:t>May 24, 2023</a:t>
            </a:fld>
            <a:endParaRPr lang="en-US" dirty="0"/>
          </a:p>
        </p:txBody>
      </p:sp>
      <p:sp>
        <p:nvSpPr>
          <p:cNvPr id="6" name="Slide Number Placeholder 5"/>
          <p:cNvSpPr>
            <a:spLocks noGrp="1"/>
          </p:cNvSpPr>
          <p:nvPr>
            <p:ph type="sldNum" sz="quarter" idx="12"/>
          </p:nvPr>
        </p:nvSpPr>
        <p:spPr/>
        <p:txBody>
          <a:bodyPr>
            <a:normAutofit/>
          </a:bodyPr>
          <a:lstStyle/>
          <a:p>
            <a:pPr>
              <a:defRPr/>
            </a:pPr>
            <a:fld id="{F5037A37-AD3A-4751-A473-DFFEE4FE7AF5}" type="slidenum">
              <a:rPr lang="en-US" smtClean="0"/>
              <a:pPr>
                <a:defRPr/>
              </a:pPr>
              <a:t>1</a:t>
            </a:fld>
            <a:endParaRPr lang="en-US" dirty="0"/>
          </a:p>
        </p:txBody>
      </p:sp>
      <p:sp>
        <p:nvSpPr>
          <p:cNvPr id="8" name="Footer Placeholder 4"/>
          <p:cNvSpPr>
            <a:spLocks noGrp="1"/>
          </p:cNvSpPr>
          <p:nvPr>
            <p:ph type="ftr" sz="quarter" idx="11"/>
          </p:nvPr>
        </p:nvSpPr>
        <p:spPr>
          <a:xfrm>
            <a:off x="3124200" y="6248400"/>
            <a:ext cx="2895600" cy="457200"/>
          </a:xfrm>
        </p:spPr>
        <p:txBody>
          <a:bodyPr/>
          <a:lstStyle/>
          <a:p>
            <a:pPr>
              <a:defRPr/>
            </a:pPr>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Objectives of this session</a:t>
            </a:r>
          </a:p>
        </p:txBody>
      </p:sp>
      <p:sp>
        <p:nvSpPr>
          <p:cNvPr id="3" name="Content Placeholder 2"/>
          <p:cNvSpPr>
            <a:spLocks noGrp="1"/>
          </p:cNvSpPr>
          <p:nvPr>
            <p:ph idx="1"/>
          </p:nvPr>
        </p:nvSpPr>
        <p:spPr/>
        <p:txBody>
          <a:bodyPr anchor="ctr"/>
          <a:lstStyle/>
          <a:p>
            <a:r>
              <a:rPr lang="en-US" dirty="0"/>
              <a:t>To understand the “Rasa Theory” of </a:t>
            </a:r>
            <a:r>
              <a:rPr lang="en-US" dirty="0" err="1"/>
              <a:t>Natya</a:t>
            </a:r>
            <a:r>
              <a:rPr lang="en-US" dirty="0"/>
              <a:t> </a:t>
            </a:r>
            <a:r>
              <a:rPr lang="en-US" dirty="0" err="1"/>
              <a:t>Shastra</a:t>
            </a:r>
            <a:endParaRPr lang="en-US" dirty="0"/>
          </a:p>
          <a:p>
            <a:endParaRPr lang="en-US" dirty="0"/>
          </a:p>
          <a:p>
            <a:r>
              <a:rPr lang="en-US" dirty="0"/>
              <a:t>To understand the concept of “</a:t>
            </a:r>
            <a:r>
              <a:rPr lang="en-US" dirty="0" err="1"/>
              <a:t>Bhava</a:t>
            </a:r>
            <a:r>
              <a:rPr lang="en-US" dirty="0"/>
              <a:t>” &amp; “Rasa” </a:t>
            </a:r>
          </a:p>
          <a:p>
            <a:endParaRPr lang="en-US" dirty="0"/>
          </a:p>
        </p:txBody>
      </p:sp>
      <p:sp>
        <p:nvSpPr>
          <p:cNvPr id="4" name="Date Placeholder 3"/>
          <p:cNvSpPr>
            <a:spLocks noGrp="1"/>
          </p:cNvSpPr>
          <p:nvPr>
            <p:ph type="dt" sz="half" idx="10"/>
          </p:nvPr>
        </p:nvSpPr>
        <p:spPr/>
        <p:txBody>
          <a:bodyPr/>
          <a:lstStyle/>
          <a:p>
            <a:pPr>
              <a:defRPr/>
            </a:pPr>
            <a:fld id="{A244039C-DB7F-452A-A54B-DC3389AD60FF}" type="datetime4">
              <a:rPr lang="en-US" smtClean="0"/>
              <a:pPr>
                <a:defRPr/>
              </a:pPr>
              <a:t>May 24, 2023</a:t>
            </a:fld>
            <a:endParaRPr lang="en-US"/>
          </a:p>
        </p:txBody>
      </p:sp>
      <p:sp>
        <p:nvSpPr>
          <p:cNvPr id="6" name="Slide Number Placeholder 5"/>
          <p:cNvSpPr>
            <a:spLocks noGrp="1"/>
          </p:cNvSpPr>
          <p:nvPr>
            <p:ph type="sldNum" sz="quarter" idx="12"/>
          </p:nvPr>
        </p:nvSpPr>
        <p:spPr/>
        <p:txBody>
          <a:bodyPr/>
          <a:lstStyle/>
          <a:p>
            <a:pPr>
              <a:defRPr/>
            </a:pPr>
            <a:fld id="{59548E16-55F9-4C48-921B-BC2B37D073C4}" type="slidenum">
              <a:rPr lang="en-US" smtClean="0"/>
              <a:pPr>
                <a:defRPr/>
              </a:pPr>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0" y="304800"/>
            <a:ext cx="7772400" cy="609600"/>
          </a:xfrm>
        </p:spPr>
        <p:txBody>
          <a:bodyPr/>
          <a:lstStyle/>
          <a:p>
            <a:r>
              <a:rPr lang="en-US" dirty="0"/>
              <a:t>What is </a:t>
            </a:r>
            <a:r>
              <a:rPr lang="en-US" dirty="0" err="1"/>
              <a:t>Natya</a:t>
            </a:r>
            <a:r>
              <a:rPr lang="en-US" dirty="0"/>
              <a:t> </a:t>
            </a:r>
            <a:r>
              <a:rPr lang="en-US" dirty="0" err="1"/>
              <a:t>Shastra</a:t>
            </a:r>
            <a:r>
              <a:rPr lang="en-US" dirty="0"/>
              <a:t>?</a:t>
            </a:r>
            <a:br>
              <a:rPr lang="en-US" dirty="0"/>
            </a:br>
            <a:endParaRPr lang="en-US" dirty="0"/>
          </a:p>
        </p:txBody>
      </p:sp>
      <p:sp>
        <p:nvSpPr>
          <p:cNvPr id="3" name="Content Placeholder 2"/>
          <p:cNvSpPr>
            <a:spLocks noGrp="1"/>
          </p:cNvSpPr>
          <p:nvPr>
            <p:ph idx="1"/>
          </p:nvPr>
        </p:nvSpPr>
        <p:spPr/>
        <p:txBody>
          <a:bodyPr/>
          <a:lstStyle/>
          <a:p>
            <a:pPr>
              <a:buNone/>
            </a:pPr>
            <a:endParaRPr lang="en-US" dirty="0"/>
          </a:p>
          <a:p>
            <a:r>
              <a:rPr lang="en-US" sz="2800" dirty="0">
                <a:solidFill>
                  <a:schemeClr val="bg1"/>
                </a:solidFill>
                <a:latin typeface="+mn-lt"/>
                <a:ea typeface="+mn-ea"/>
                <a:cs typeface="+mn-cs"/>
              </a:rPr>
              <a:t>Source book of Indian Dramaturgy/  Performing Arts</a:t>
            </a:r>
          </a:p>
          <a:p>
            <a:endParaRPr lang="en-US" sz="2800" dirty="0">
              <a:solidFill>
                <a:schemeClr val="bg1"/>
              </a:solidFill>
              <a:latin typeface="+mn-lt"/>
              <a:ea typeface="+mn-ea"/>
              <a:cs typeface="+mn-cs"/>
            </a:endParaRPr>
          </a:p>
          <a:p>
            <a:r>
              <a:rPr lang="en-US" sz="2800" dirty="0">
                <a:solidFill>
                  <a:schemeClr val="bg1"/>
                </a:solidFill>
                <a:latin typeface="+mn-lt"/>
                <a:ea typeface="+mn-ea"/>
                <a:cs typeface="+mn-cs"/>
              </a:rPr>
              <a:t>Book of condensed and codified Rules and regulation of Theatre</a:t>
            </a:r>
            <a:endParaRPr lang="en-US" sz="2800" dirty="0"/>
          </a:p>
          <a:p>
            <a:endParaRPr lang="en-US" sz="2800" dirty="0">
              <a:solidFill>
                <a:schemeClr val="bg1"/>
              </a:solidFill>
              <a:latin typeface="+mn-lt"/>
              <a:ea typeface="+mn-ea"/>
              <a:cs typeface="+mn-cs"/>
            </a:endParaRPr>
          </a:p>
          <a:p>
            <a:endParaRPr lang="en-US" dirty="0"/>
          </a:p>
        </p:txBody>
      </p:sp>
      <p:sp>
        <p:nvSpPr>
          <p:cNvPr id="4" name="Date Placeholder 3"/>
          <p:cNvSpPr>
            <a:spLocks noGrp="1"/>
          </p:cNvSpPr>
          <p:nvPr>
            <p:ph type="dt" sz="half" idx="10"/>
          </p:nvPr>
        </p:nvSpPr>
        <p:spPr/>
        <p:txBody>
          <a:bodyPr/>
          <a:lstStyle/>
          <a:p>
            <a:pPr>
              <a:defRPr/>
            </a:pPr>
            <a:fld id="{E7DBFAAF-699A-48F7-86A7-FEDCD51310E0}" type="datetime4">
              <a:rPr lang="en-US" smtClean="0"/>
              <a:pPr>
                <a:defRPr/>
              </a:pPr>
              <a:t>May 24, 2023</a:t>
            </a:fld>
            <a:endParaRPr lang="en-US"/>
          </a:p>
        </p:txBody>
      </p:sp>
      <p:sp>
        <p:nvSpPr>
          <p:cNvPr id="6" name="Slide Number Placeholder 5"/>
          <p:cNvSpPr>
            <a:spLocks noGrp="1"/>
          </p:cNvSpPr>
          <p:nvPr>
            <p:ph type="sldNum" sz="quarter" idx="12"/>
          </p:nvPr>
        </p:nvSpPr>
        <p:spPr/>
        <p:txBody>
          <a:bodyPr/>
          <a:lstStyle/>
          <a:p>
            <a:pPr>
              <a:defRPr/>
            </a:pPr>
            <a:fld id="{F5037A37-AD3A-4751-A473-DFFEE4FE7AF5}" type="slidenum">
              <a:rPr lang="en-US" smtClean="0"/>
              <a:pPr>
                <a:defRPr/>
              </a:pPr>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Who and When of </a:t>
            </a:r>
            <a:r>
              <a:rPr lang="en-US" dirty="0" err="1"/>
              <a:t>Natya</a:t>
            </a:r>
            <a:r>
              <a:rPr lang="en-US" dirty="0"/>
              <a:t> </a:t>
            </a:r>
            <a:r>
              <a:rPr lang="en-US" dirty="0" err="1"/>
              <a:t>Shastra</a:t>
            </a:r>
            <a:r>
              <a:rPr lang="en-US" dirty="0"/>
              <a:t>?</a:t>
            </a:r>
          </a:p>
        </p:txBody>
      </p:sp>
      <p:sp>
        <p:nvSpPr>
          <p:cNvPr id="3" name="Content Placeholder 2"/>
          <p:cNvSpPr>
            <a:spLocks noGrp="1"/>
          </p:cNvSpPr>
          <p:nvPr>
            <p:ph idx="1"/>
          </p:nvPr>
        </p:nvSpPr>
        <p:spPr/>
        <p:txBody>
          <a:bodyPr/>
          <a:lstStyle/>
          <a:p>
            <a:pPr lvl="0">
              <a:buNone/>
            </a:pPr>
            <a:r>
              <a:rPr lang="en-US" dirty="0"/>
              <a:t>Was it composed by:</a:t>
            </a:r>
          </a:p>
          <a:p>
            <a:pPr lvl="0">
              <a:buNone/>
            </a:pPr>
            <a:endParaRPr lang="en-US" dirty="0"/>
          </a:p>
          <a:p>
            <a:pPr lvl="0"/>
            <a:r>
              <a:rPr lang="en-US" dirty="0" err="1">
                <a:solidFill>
                  <a:schemeClr val="bg1"/>
                </a:solidFill>
                <a:latin typeface="+mn-lt"/>
                <a:ea typeface="+mn-ea"/>
                <a:cs typeface="+mn-cs"/>
              </a:rPr>
              <a:t>Bharata</a:t>
            </a:r>
            <a:r>
              <a:rPr lang="en-US" dirty="0">
                <a:solidFill>
                  <a:schemeClr val="bg1"/>
                </a:solidFill>
                <a:latin typeface="+mn-lt"/>
                <a:ea typeface="+mn-ea"/>
                <a:cs typeface="+mn-cs"/>
              </a:rPr>
              <a:t> Muni in 2</a:t>
            </a:r>
            <a:r>
              <a:rPr lang="en-US" baseline="30000" dirty="0">
                <a:solidFill>
                  <a:schemeClr val="bg1"/>
                </a:solidFill>
                <a:latin typeface="+mn-lt"/>
                <a:ea typeface="+mn-ea"/>
                <a:cs typeface="+mn-cs"/>
              </a:rPr>
              <a:t>nd</a:t>
            </a:r>
            <a:r>
              <a:rPr lang="en-US" dirty="0">
                <a:solidFill>
                  <a:schemeClr val="bg1"/>
                </a:solidFill>
                <a:latin typeface="+mn-lt"/>
                <a:ea typeface="+mn-ea"/>
                <a:cs typeface="+mn-cs"/>
              </a:rPr>
              <a:t> Century BC?</a:t>
            </a:r>
          </a:p>
          <a:p>
            <a:pPr lvl="0"/>
            <a:endParaRPr lang="en-US" dirty="0">
              <a:solidFill>
                <a:schemeClr val="bg1"/>
              </a:solidFill>
              <a:latin typeface="+mn-lt"/>
              <a:ea typeface="+mn-ea"/>
              <a:cs typeface="+mn-cs"/>
            </a:endParaRPr>
          </a:p>
          <a:p>
            <a:pPr lvl="0"/>
            <a:r>
              <a:rPr lang="en-US" dirty="0">
                <a:solidFill>
                  <a:schemeClr val="bg1"/>
                </a:solidFill>
                <a:latin typeface="+mn-lt"/>
                <a:ea typeface="+mn-ea"/>
                <a:cs typeface="+mn-cs"/>
              </a:rPr>
              <a:t>Many Scholars </a:t>
            </a:r>
            <a:r>
              <a:rPr lang="en-US" dirty="0"/>
              <a:t>during </a:t>
            </a:r>
            <a:r>
              <a:rPr lang="en-US" dirty="0">
                <a:solidFill>
                  <a:schemeClr val="bg1"/>
                </a:solidFill>
                <a:latin typeface="+mn-lt"/>
                <a:ea typeface="+mn-ea"/>
                <a:cs typeface="+mn-cs"/>
              </a:rPr>
              <a:t>2</a:t>
            </a:r>
            <a:r>
              <a:rPr lang="en-US" baseline="30000" dirty="0">
                <a:solidFill>
                  <a:schemeClr val="bg1"/>
                </a:solidFill>
                <a:latin typeface="+mn-lt"/>
                <a:ea typeface="+mn-ea"/>
                <a:cs typeface="+mn-cs"/>
              </a:rPr>
              <a:t>nd</a:t>
            </a:r>
            <a:r>
              <a:rPr lang="en-US" dirty="0">
                <a:solidFill>
                  <a:schemeClr val="bg1"/>
                </a:solidFill>
                <a:latin typeface="+mn-lt"/>
                <a:ea typeface="+mn-ea"/>
                <a:cs typeface="+mn-cs"/>
              </a:rPr>
              <a:t> Century BC?</a:t>
            </a:r>
          </a:p>
          <a:p>
            <a:pPr lvl="0"/>
            <a:endParaRPr lang="en-US" dirty="0">
              <a:solidFill>
                <a:schemeClr val="bg1"/>
              </a:solidFill>
              <a:latin typeface="+mn-lt"/>
              <a:ea typeface="+mn-ea"/>
              <a:cs typeface="+mn-cs"/>
            </a:endParaRPr>
          </a:p>
          <a:p>
            <a:pPr lvl="0"/>
            <a:r>
              <a:rPr lang="en-US" dirty="0">
                <a:solidFill>
                  <a:schemeClr val="bg1"/>
                </a:solidFill>
                <a:latin typeface="+mn-lt"/>
                <a:ea typeface="+mn-ea"/>
                <a:cs typeface="+mn-cs"/>
              </a:rPr>
              <a:t>Or Many Scholars through Centuries (2</a:t>
            </a:r>
            <a:r>
              <a:rPr lang="en-US" baseline="30000" dirty="0">
                <a:solidFill>
                  <a:schemeClr val="bg1"/>
                </a:solidFill>
                <a:latin typeface="+mn-lt"/>
                <a:ea typeface="+mn-ea"/>
                <a:cs typeface="+mn-cs"/>
              </a:rPr>
              <a:t>nd</a:t>
            </a:r>
            <a:r>
              <a:rPr lang="en-US" dirty="0">
                <a:solidFill>
                  <a:schemeClr val="bg1"/>
                </a:solidFill>
                <a:latin typeface="+mn-lt"/>
                <a:ea typeface="+mn-ea"/>
                <a:cs typeface="+mn-cs"/>
              </a:rPr>
              <a:t> Century BC – 2</a:t>
            </a:r>
            <a:r>
              <a:rPr lang="en-US" baseline="30000" dirty="0">
                <a:solidFill>
                  <a:schemeClr val="bg1"/>
                </a:solidFill>
                <a:latin typeface="+mn-lt"/>
                <a:ea typeface="+mn-ea"/>
                <a:cs typeface="+mn-cs"/>
              </a:rPr>
              <a:t>nd</a:t>
            </a:r>
            <a:r>
              <a:rPr lang="en-US" dirty="0">
                <a:solidFill>
                  <a:schemeClr val="bg1"/>
                </a:solidFill>
                <a:latin typeface="+mn-lt"/>
                <a:ea typeface="+mn-ea"/>
                <a:cs typeface="+mn-cs"/>
              </a:rPr>
              <a:t> Century AD)?</a:t>
            </a:r>
          </a:p>
          <a:p>
            <a:pPr lvl="0"/>
            <a:endParaRPr lang="en-US" dirty="0">
              <a:solidFill>
                <a:schemeClr val="bg1"/>
              </a:solidFill>
              <a:latin typeface="+mn-lt"/>
              <a:ea typeface="+mn-ea"/>
              <a:cs typeface="+mn-cs"/>
            </a:endParaRPr>
          </a:p>
          <a:p>
            <a:endParaRPr lang="en-US" dirty="0"/>
          </a:p>
        </p:txBody>
      </p:sp>
      <p:sp>
        <p:nvSpPr>
          <p:cNvPr id="4" name="Date Placeholder 3"/>
          <p:cNvSpPr>
            <a:spLocks noGrp="1"/>
          </p:cNvSpPr>
          <p:nvPr>
            <p:ph type="dt" sz="half" idx="10"/>
          </p:nvPr>
        </p:nvSpPr>
        <p:spPr/>
        <p:txBody>
          <a:bodyPr/>
          <a:lstStyle/>
          <a:p>
            <a:pPr>
              <a:defRPr/>
            </a:pPr>
            <a:fld id="{E7DBFAAF-699A-48F7-86A7-FEDCD51310E0}" type="datetime4">
              <a:rPr lang="en-US" smtClean="0"/>
              <a:pPr>
                <a:defRPr/>
              </a:pPr>
              <a:t>May 24, 2023</a:t>
            </a:fld>
            <a:endParaRPr lang="en-US"/>
          </a:p>
        </p:txBody>
      </p:sp>
      <p:sp>
        <p:nvSpPr>
          <p:cNvPr id="6" name="Slide Number Placeholder 5"/>
          <p:cNvSpPr>
            <a:spLocks noGrp="1"/>
          </p:cNvSpPr>
          <p:nvPr>
            <p:ph type="sldNum" sz="quarter" idx="12"/>
          </p:nvPr>
        </p:nvSpPr>
        <p:spPr/>
        <p:txBody>
          <a:bodyPr/>
          <a:lstStyle/>
          <a:p>
            <a:pPr>
              <a:defRPr/>
            </a:pPr>
            <a:fld id="{F5037A37-AD3A-4751-A473-DFFEE4FE7AF5}" type="slidenum">
              <a:rPr lang="en-US" smtClean="0"/>
              <a:pPr>
                <a:defRPr/>
              </a:pPr>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0" y="152400"/>
            <a:ext cx="7772400" cy="609600"/>
          </a:xfrm>
        </p:spPr>
        <p:txBody>
          <a:bodyPr/>
          <a:lstStyle/>
          <a:p>
            <a:r>
              <a:rPr lang="en-US" sz="2400" dirty="0"/>
              <a:t>Contribution of </a:t>
            </a:r>
            <a:r>
              <a:rPr lang="en-US" sz="2400" dirty="0" err="1"/>
              <a:t>Natya</a:t>
            </a:r>
            <a:r>
              <a:rPr lang="en-US" sz="2400" dirty="0"/>
              <a:t> </a:t>
            </a:r>
            <a:r>
              <a:rPr lang="en-US" sz="2400" dirty="0" err="1"/>
              <a:t>Shastra</a:t>
            </a:r>
            <a:r>
              <a:rPr lang="en-US" sz="2400" dirty="0"/>
              <a:t> to World Dramaturgy</a:t>
            </a:r>
          </a:p>
        </p:txBody>
      </p:sp>
      <p:sp>
        <p:nvSpPr>
          <p:cNvPr id="3" name="Content Placeholder 2"/>
          <p:cNvSpPr>
            <a:spLocks noGrp="1"/>
          </p:cNvSpPr>
          <p:nvPr>
            <p:ph idx="1"/>
          </p:nvPr>
        </p:nvSpPr>
        <p:spPr>
          <a:xfrm>
            <a:off x="762000" y="1676400"/>
            <a:ext cx="7772400" cy="4114800"/>
          </a:xfrm>
        </p:spPr>
        <p:txBody>
          <a:bodyPr/>
          <a:lstStyle/>
          <a:p>
            <a:r>
              <a:rPr lang="en-US" dirty="0">
                <a:solidFill>
                  <a:schemeClr val="bg1"/>
                </a:solidFill>
                <a:latin typeface="+mn-lt"/>
                <a:ea typeface="+mn-ea"/>
                <a:cs typeface="+mn-cs"/>
              </a:rPr>
              <a:t>The concept of Rasa </a:t>
            </a:r>
          </a:p>
          <a:p>
            <a:endParaRPr lang="en-US" dirty="0">
              <a:solidFill>
                <a:schemeClr val="bg1"/>
              </a:solidFill>
              <a:latin typeface="+mn-lt"/>
              <a:ea typeface="+mn-ea"/>
              <a:cs typeface="+mn-cs"/>
            </a:endParaRPr>
          </a:p>
          <a:p>
            <a:r>
              <a:rPr lang="en-US" dirty="0">
                <a:solidFill>
                  <a:schemeClr val="bg1"/>
                </a:solidFill>
                <a:latin typeface="+mn-lt"/>
                <a:ea typeface="+mn-ea"/>
                <a:cs typeface="+mn-cs"/>
              </a:rPr>
              <a:t>“Na hi </a:t>
            </a:r>
            <a:r>
              <a:rPr lang="en-US" dirty="0" err="1">
                <a:solidFill>
                  <a:schemeClr val="bg1"/>
                </a:solidFill>
                <a:latin typeface="+mn-lt"/>
                <a:ea typeface="+mn-ea"/>
                <a:cs typeface="+mn-cs"/>
              </a:rPr>
              <a:t>Rasad</a:t>
            </a:r>
            <a:r>
              <a:rPr lang="en-US" dirty="0">
                <a:solidFill>
                  <a:schemeClr val="bg1"/>
                </a:solidFill>
                <a:latin typeface="+mn-lt"/>
                <a:ea typeface="+mn-ea"/>
                <a:cs typeface="+mn-cs"/>
              </a:rPr>
              <a:t> rite </a:t>
            </a:r>
            <a:r>
              <a:rPr lang="en-US" dirty="0" err="1">
                <a:solidFill>
                  <a:schemeClr val="bg1"/>
                </a:solidFill>
                <a:latin typeface="+mn-lt"/>
                <a:ea typeface="+mn-ea"/>
                <a:cs typeface="+mn-cs"/>
              </a:rPr>
              <a:t>Kaschid</a:t>
            </a:r>
            <a:r>
              <a:rPr lang="en-US" dirty="0">
                <a:solidFill>
                  <a:schemeClr val="bg1"/>
                </a:solidFill>
                <a:latin typeface="+mn-lt"/>
                <a:ea typeface="+mn-ea"/>
                <a:cs typeface="+mn-cs"/>
              </a:rPr>
              <a:t> </a:t>
            </a:r>
            <a:r>
              <a:rPr lang="en-US" dirty="0" err="1">
                <a:solidFill>
                  <a:schemeClr val="bg1"/>
                </a:solidFill>
                <a:latin typeface="+mn-lt"/>
                <a:ea typeface="+mn-ea"/>
                <a:cs typeface="+mn-cs"/>
              </a:rPr>
              <a:t>arthah</a:t>
            </a:r>
            <a:r>
              <a:rPr lang="en-US" dirty="0">
                <a:solidFill>
                  <a:schemeClr val="bg1"/>
                </a:solidFill>
                <a:latin typeface="+mn-lt"/>
                <a:ea typeface="+mn-ea"/>
                <a:cs typeface="+mn-cs"/>
              </a:rPr>
              <a:t> </a:t>
            </a:r>
            <a:r>
              <a:rPr lang="en-US" dirty="0" err="1">
                <a:solidFill>
                  <a:schemeClr val="bg1"/>
                </a:solidFill>
                <a:latin typeface="+mn-lt"/>
                <a:ea typeface="+mn-ea"/>
                <a:cs typeface="+mn-cs"/>
              </a:rPr>
              <a:t>pravartate</a:t>
            </a:r>
            <a:r>
              <a:rPr lang="en-US" dirty="0">
                <a:solidFill>
                  <a:schemeClr val="bg1"/>
                </a:solidFill>
                <a:latin typeface="+mn-lt"/>
                <a:ea typeface="+mn-ea"/>
                <a:cs typeface="+mn-cs"/>
              </a:rPr>
              <a:t>”</a:t>
            </a:r>
            <a:br>
              <a:rPr lang="en-US" dirty="0">
                <a:solidFill>
                  <a:schemeClr val="bg1"/>
                </a:solidFill>
                <a:latin typeface="+mn-lt"/>
                <a:ea typeface="+mn-ea"/>
                <a:cs typeface="+mn-cs"/>
              </a:rPr>
            </a:br>
            <a:br>
              <a:rPr lang="en-US" dirty="0">
                <a:solidFill>
                  <a:schemeClr val="bg1"/>
                </a:solidFill>
                <a:latin typeface="+mn-lt"/>
                <a:ea typeface="+mn-ea"/>
                <a:cs typeface="+mn-cs"/>
              </a:rPr>
            </a:br>
            <a:r>
              <a:rPr lang="en-US" dirty="0">
                <a:solidFill>
                  <a:schemeClr val="bg1"/>
                </a:solidFill>
                <a:latin typeface="+mn-lt"/>
                <a:ea typeface="+mn-ea"/>
                <a:cs typeface="+mn-cs"/>
              </a:rPr>
              <a:t>No meaningful idea is conveyed if the Rasa is not evoked</a:t>
            </a:r>
          </a:p>
          <a:p>
            <a:endParaRPr lang="en-US" dirty="0"/>
          </a:p>
        </p:txBody>
      </p:sp>
      <p:sp>
        <p:nvSpPr>
          <p:cNvPr id="4" name="Date Placeholder 3"/>
          <p:cNvSpPr>
            <a:spLocks noGrp="1"/>
          </p:cNvSpPr>
          <p:nvPr>
            <p:ph type="dt" sz="half" idx="10"/>
          </p:nvPr>
        </p:nvSpPr>
        <p:spPr/>
        <p:txBody>
          <a:bodyPr/>
          <a:lstStyle/>
          <a:p>
            <a:pPr>
              <a:defRPr/>
            </a:pPr>
            <a:fld id="{E7DBFAAF-699A-48F7-86A7-FEDCD51310E0}" type="datetime4">
              <a:rPr lang="en-US" smtClean="0"/>
              <a:pPr>
                <a:defRPr/>
              </a:pPr>
              <a:t>May 24, 2023</a:t>
            </a:fld>
            <a:endParaRPr lang="en-US"/>
          </a:p>
        </p:txBody>
      </p:sp>
      <p:sp>
        <p:nvSpPr>
          <p:cNvPr id="6" name="Slide Number Placeholder 5"/>
          <p:cNvSpPr>
            <a:spLocks noGrp="1"/>
          </p:cNvSpPr>
          <p:nvPr>
            <p:ph type="sldNum" sz="quarter" idx="12"/>
          </p:nvPr>
        </p:nvSpPr>
        <p:spPr/>
        <p:txBody>
          <a:bodyPr/>
          <a:lstStyle/>
          <a:p>
            <a:pPr>
              <a:defRPr/>
            </a:pPr>
            <a:fld id="{F5037A37-AD3A-4751-A473-DFFEE4FE7AF5}" type="slidenum">
              <a:rPr lang="en-US" smtClean="0"/>
              <a:pPr>
                <a:defRPr/>
              </a:pPr>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ChangeArrowheads="1"/>
          </p:cNvSpPr>
          <p:nvPr>
            <p:ph type="ctrTitle"/>
          </p:nvPr>
        </p:nvSpPr>
        <p:spPr>
          <a:xfrm>
            <a:off x="381000" y="2133600"/>
            <a:ext cx="8305800" cy="1470025"/>
          </a:xfrm>
        </p:spPr>
        <p:txBody>
          <a:bodyPr/>
          <a:lstStyle/>
          <a:p>
            <a:pPr eaLnBrk="1" hangingPunct="1"/>
            <a:r>
              <a:rPr lang="en-US" sz="6000"/>
              <a:t>The Concept of ‘Bhava’</a:t>
            </a:r>
          </a:p>
        </p:txBody>
      </p:sp>
    </p:spTree>
  </p:cSld>
  <p:clrMapOvr>
    <a:masterClrMapping/>
  </p:clrMapOvr>
  <p:transition>
    <p:dissolv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quarter" idx="10"/>
          </p:nvPr>
        </p:nvSpPr>
        <p:spPr/>
        <p:txBody>
          <a:bodyPr/>
          <a:lstStyle/>
          <a:p>
            <a:pPr>
              <a:defRPr/>
            </a:pPr>
            <a:fld id="{2FC14036-2AA6-4CF5-AC11-7D5ACB6EBFDF}" type="datetime4">
              <a:rPr lang="en-US"/>
              <a:pPr>
                <a:defRPr/>
              </a:pPr>
              <a:t>May 24, 2023</a:t>
            </a:fld>
            <a:endParaRPr lang="en-US"/>
          </a:p>
        </p:txBody>
      </p:sp>
      <p:sp>
        <p:nvSpPr>
          <p:cNvPr id="6" name="Slide Number Placeholder 5"/>
          <p:cNvSpPr>
            <a:spLocks noGrp="1"/>
          </p:cNvSpPr>
          <p:nvPr>
            <p:ph type="sldNum" sz="quarter" idx="12"/>
          </p:nvPr>
        </p:nvSpPr>
        <p:spPr/>
        <p:txBody>
          <a:bodyPr/>
          <a:lstStyle/>
          <a:p>
            <a:pPr>
              <a:defRPr/>
            </a:pPr>
            <a:fld id="{ACC9C142-6586-4930-A2A0-425269B0D24F}" type="slidenum">
              <a:rPr lang="en-US"/>
              <a:pPr>
                <a:defRPr/>
              </a:pPr>
              <a:t>7</a:t>
            </a:fld>
            <a:endParaRPr lang="en-US"/>
          </a:p>
        </p:txBody>
      </p:sp>
      <p:sp>
        <p:nvSpPr>
          <p:cNvPr id="5125" name="Rectangle 2"/>
          <p:cNvSpPr>
            <a:spLocks noGrp="1" noChangeArrowheads="1"/>
          </p:cNvSpPr>
          <p:nvPr>
            <p:ph type="title"/>
          </p:nvPr>
        </p:nvSpPr>
        <p:spPr/>
        <p:txBody>
          <a:bodyPr/>
          <a:lstStyle/>
          <a:p>
            <a:pPr eaLnBrk="1" hangingPunct="1"/>
            <a:r>
              <a:rPr lang="en-US"/>
              <a:t>Bhava</a:t>
            </a:r>
          </a:p>
        </p:txBody>
      </p:sp>
      <p:sp>
        <p:nvSpPr>
          <p:cNvPr id="5126" name="Rectangle 3"/>
          <p:cNvSpPr>
            <a:spLocks noGrp="1" noChangeArrowheads="1"/>
          </p:cNvSpPr>
          <p:nvPr>
            <p:ph type="body" idx="1"/>
          </p:nvPr>
        </p:nvSpPr>
        <p:spPr/>
        <p:txBody>
          <a:bodyPr/>
          <a:lstStyle/>
          <a:p>
            <a:pPr algn="ctr" eaLnBrk="1" hangingPunct="1">
              <a:buFontTx/>
              <a:buNone/>
            </a:pPr>
            <a:endParaRPr lang="en-US"/>
          </a:p>
          <a:p>
            <a:pPr algn="ctr" eaLnBrk="1" hangingPunct="1">
              <a:buFontTx/>
              <a:buNone/>
            </a:pPr>
            <a:r>
              <a:rPr lang="en-US"/>
              <a:t>“Bhavayati Iti Bhava”</a:t>
            </a:r>
          </a:p>
          <a:p>
            <a:pPr algn="ctr" eaLnBrk="1" hangingPunct="1">
              <a:buFontTx/>
              <a:buNone/>
            </a:pPr>
            <a:r>
              <a:rPr lang="en-US"/>
              <a:t>A thing or mental state that brings awareness</a:t>
            </a:r>
          </a:p>
          <a:p>
            <a:pPr algn="ctr" eaLnBrk="1" hangingPunct="1">
              <a:buFontTx/>
              <a:buNone/>
            </a:pPr>
            <a:endParaRPr lang="en-US"/>
          </a:p>
          <a:p>
            <a:pPr algn="ctr" eaLnBrk="1" hangingPunct="1">
              <a:buFontTx/>
              <a:buNone/>
            </a:pPr>
            <a:endParaRPr lang="en-US"/>
          </a:p>
          <a:p>
            <a:pPr eaLnBrk="1" hangingPunct="1"/>
            <a:r>
              <a:rPr lang="en-US"/>
              <a:t>To become</a:t>
            </a:r>
          </a:p>
          <a:p>
            <a:pPr eaLnBrk="1" hangingPunct="1"/>
            <a:r>
              <a:rPr lang="en-US"/>
              <a:t>To come into existence</a:t>
            </a:r>
          </a:p>
          <a:p>
            <a:pPr eaLnBrk="1" hangingPunct="1"/>
            <a:r>
              <a:rPr lang="en-US"/>
              <a:t>To be felt</a:t>
            </a:r>
          </a:p>
        </p:txBody>
      </p:sp>
    </p:spTree>
  </p:cSld>
  <p:clrMapOvr>
    <a:masterClrMapping/>
  </p:clrMapOvr>
  <p:transition>
    <p:wip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Date Placeholder 3"/>
          <p:cNvSpPr>
            <a:spLocks noGrp="1"/>
          </p:cNvSpPr>
          <p:nvPr>
            <p:ph type="dt" sz="quarter" idx="10"/>
          </p:nvPr>
        </p:nvSpPr>
        <p:spPr/>
        <p:txBody>
          <a:bodyPr/>
          <a:lstStyle/>
          <a:p>
            <a:pPr>
              <a:defRPr/>
            </a:pPr>
            <a:fld id="{1841402C-8003-44C1-89D3-F43F41F06C71}" type="datetime4">
              <a:rPr lang="en-US"/>
              <a:pPr>
                <a:defRPr/>
              </a:pPr>
              <a:t>May 24, 2023</a:t>
            </a:fld>
            <a:endParaRPr lang="en-US"/>
          </a:p>
        </p:txBody>
      </p:sp>
      <p:sp>
        <p:nvSpPr>
          <p:cNvPr id="7" name="Slide Number Placeholder 5"/>
          <p:cNvSpPr>
            <a:spLocks noGrp="1"/>
          </p:cNvSpPr>
          <p:nvPr>
            <p:ph type="sldNum" sz="quarter" idx="12"/>
          </p:nvPr>
        </p:nvSpPr>
        <p:spPr/>
        <p:txBody>
          <a:bodyPr/>
          <a:lstStyle/>
          <a:p>
            <a:pPr>
              <a:defRPr/>
            </a:pPr>
            <a:fld id="{FAD1266F-EE6A-458C-8EF2-5B80FDF45995}" type="slidenum">
              <a:rPr lang="en-US"/>
              <a:pPr>
                <a:defRPr/>
              </a:pPr>
              <a:t>8</a:t>
            </a:fld>
            <a:endParaRPr lang="en-US"/>
          </a:p>
        </p:txBody>
      </p:sp>
      <p:sp>
        <p:nvSpPr>
          <p:cNvPr id="1038" name="Rectangle 2"/>
          <p:cNvSpPr>
            <a:spLocks noGrp="1" noChangeArrowheads="1"/>
          </p:cNvSpPr>
          <p:nvPr>
            <p:ph type="title"/>
          </p:nvPr>
        </p:nvSpPr>
        <p:spPr/>
        <p:txBody>
          <a:bodyPr/>
          <a:lstStyle/>
          <a:p>
            <a:pPr eaLnBrk="1" hangingPunct="1"/>
            <a:r>
              <a:rPr lang="en-US"/>
              <a:t>Classification Of Bhava</a:t>
            </a:r>
          </a:p>
        </p:txBody>
      </p:sp>
      <p:sp>
        <p:nvSpPr>
          <p:cNvPr id="1039" name="Text Box 3"/>
          <p:cNvSpPr txBox="1">
            <a:spLocks noChangeArrowheads="1"/>
          </p:cNvSpPr>
          <p:nvPr/>
        </p:nvSpPr>
        <p:spPr bwMode="auto">
          <a:xfrm>
            <a:off x="838200" y="5173663"/>
            <a:ext cx="8039100" cy="457200"/>
          </a:xfrm>
          <a:prstGeom prst="rect">
            <a:avLst/>
          </a:prstGeom>
          <a:noFill/>
          <a:ln w="9525">
            <a:noFill/>
            <a:miter lim="800000"/>
            <a:headEnd/>
            <a:tailEnd/>
          </a:ln>
        </p:spPr>
        <p:txBody>
          <a:bodyPr wrap="none">
            <a:spAutoFit/>
          </a:bodyPr>
          <a:lstStyle/>
          <a:p>
            <a:r>
              <a:rPr lang="en-US">
                <a:solidFill>
                  <a:schemeClr val="bg1"/>
                </a:solidFill>
                <a:latin typeface="Tahoma" pitchFamily="34" charset="0"/>
              </a:rPr>
              <a:t>This classification is in terms of actual psychological states</a:t>
            </a:r>
          </a:p>
        </p:txBody>
      </p:sp>
      <p:graphicFrame>
        <p:nvGraphicFramePr>
          <p:cNvPr id="2" name="Diagram 1">
            <a:extLst>
              <a:ext uri="{FF2B5EF4-FFF2-40B4-BE49-F238E27FC236}">
                <a16:creationId xmlns:a16="http://schemas.microsoft.com/office/drawing/2014/main" id="{20A04D94-02A9-D24D-8BE3-EC15BA539722}"/>
              </a:ext>
            </a:extLst>
          </p:cNvPr>
          <p:cNvGraphicFramePr/>
          <p:nvPr>
            <p:extLst>
              <p:ext uri="{D42A27DB-BD31-4B8C-83A1-F6EECF244321}">
                <p14:modId xmlns:p14="http://schemas.microsoft.com/office/powerpoint/2010/main" val="185972571"/>
              </p:ext>
            </p:extLst>
          </p:nvPr>
        </p:nvGraphicFramePr>
        <p:xfrm>
          <a:off x="838200" y="990600"/>
          <a:ext cx="7772400" cy="41148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transition>
    <p:wip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quarter" idx="10"/>
          </p:nvPr>
        </p:nvSpPr>
        <p:spPr/>
        <p:txBody>
          <a:bodyPr/>
          <a:lstStyle/>
          <a:p>
            <a:pPr>
              <a:defRPr/>
            </a:pPr>
            <a:fld id="{AB2AD2A6-5B75-4E84-8825-A5B3ADC34BDA}" type="datetime4">
              <a:rPr lang="en-US"/>
              <a:pPr>
                <a:defRPr/>
              </a:pPr>
              <a:t>May 24, 2023</a:t>
            </a:fld>
            <a:endParaRPr lang="en-US"/>
          </a:p>
        </p:txBody>
      </p:sp>
      <p:sp>
        <p:nvSpPr>
          <p:cNvPr id="6" name="Slide Number Placeholder 5"/>
          <p:cNvSpPr>
            <a:spLocks noGrp="1"/>
          </p:cNvSpPr>
          <p:nvPr>
            <p:ph type="sldNum" sz="quarter" idx="12"/>
          </p:nvPr>
        </p:nvSpPr>
        <p:spPr/>
        <p:txBody>
          <a:bodyPr/>
          <a:lstStyle/>
          <a:p>
            <a:pPr>
              <a:defRPr/>
            </a:pPr>
            <a:fld id="{E338CD5B-E0EB-4613-91A6-548AC2C04D86}" type="slidenum">
              <a:rPr lang="en-US"/>
              <a:pPr>
                <a:defRPr/>
              </a:pPr>
              <a:t>9</a:t>
            </a:fld>
            <a:endParaRPr lang="en-US"/>
          </a:p>
        </p:txBody>
      </p:sp>
      <p:sp>
        <p:nvSpPr>
          <p:cNvPr id="6149" name="Rectangle 2"/>
          <p:cNvSpPr>
            <a:spLocks noGrp="1" noChangeArrowheads="1"/>
          </p:cNvSpPr>
          <p:nvPr>
            <p:ph type="title"/>
          </p:nvPr>
        </p:nvSpPr>
        <p:spPr/>
        <p:txBody>
          <a:bodyPr/>
          <a:lstStyle/>
          <a:p>
            <a:pPr eaLnBrk="1" hangingPunct="1"/>
            <a:r>
              <a:rPr lang="en-US"/>
              <a:t>Sthayi Bhava</a:t>
            </a:r>
          </a:p>
        </p:txBody>
      </p:sp>
      <p:sp>
        <p:nvSpPr>
          <p:cNvPr id="73731" name="Rectangle 3"/>
          <p:cNvSpPr>
            <a:spLocks noGrp="1" noChangeArrowheads="1"/>
          </p:cNvSpPr>
          <p:nvPr>
            <p:ph type="body" idx="1"/>
          </p:nvPr>
        </p:nvSpPr>
        <p:spPr/>
        <p:txBody>
          <a:bodyPr/>
          <a:lstStyle/>
          <a:p>
            <a:pPr eaLnBrk="1" hangingPunct="1">
              <a:lnSpc>
                <a:spcPct val="150000"/>
              </a:lnSpc>
            </a:pPr>
            <a:r>
              <a:rPr lang="en-US" sz="2000" dirty="0"/>
              <a:t>This literally means  abides or remains</a:t>
            </a:r>
          </a:p>
          <a:p>
            <a:pPr eaLnBrk="1" hangingPunct="1">
              <a:lnSpc>
                <a:spcPct val="150000"/>
              </a:lnSpc>
            </a:pPr>
            <a:r>
              <a:rPr lang="en-US" sz="2000" dirty="0"/>
              <a:t>It is a permanent state of the human mind</a:t>
            </a:r>
          </a:p>
          <a:p>
            <a:pPr eaLnBrk="1" hangingPunct="1">
              <a:lnSpc>
                <a:spcPct val="150000"/>
              </a:lnSpc>
            </a:pPr>
            <a:r>
              <a:rPr lang="en-US" sz="2000" dirty="0"/>
              <a:t>These states are linked to desire which are present in every human being</a:t>
            </a:r>
          </a:p>
          <a:p>
            <a:pPr eaLnBrk="1" hangingPunct="1">
              <a:lnSpc>
                <a:spcPct val="150000"/>
              </a:lnSpc>
            </a:pPr>
            <a:r>
              <a:rPr lang="en-US" sz="2000" dirty="0"/>
              <a:t>These mental states are present at sub-conscious level and can be aroused through stimulants</a:t>
            </a:r>
          </a:p>
          <a:p>
            <a:pPr eaLnBrk="1" hangingPunct="1">
              <a:lnSpc>
                <a:spcPct val="150000"/>
              </a:lnSpc>
            </a:pPr>
            <a:r>
              <a:rPr lang="en-US" sz="2000" dirty="0"/>
              <a:t>Only the degree of realization changes</a:t>
            </a:r>
          </a:p>
          <a:p>
            <a:pPr eaLnBrk="1" hangingPunct="1">
              <a:lnSpc>
                <a:spcPct val="150000"/>
              </a:lnSpc>
            </a:pPr>
            <a:r>
              <a:rPr lang="en-US" sz="2000" dirty="0"/>
              <a:t>These can be fully developed and enjoyed</a:t>
            </a:r>
          </a:p>
        </p:txBody>
      </p:sp>
    </p:spTree>
  </p:cSld>
  <p:clrMapOvr>
    <a:masterClrMapping/>
  </p:clrMapOvr>
  <p:transition spd="slow">
    <p:wip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Date Placeholder 3"/>
          <p:cNvSpPr>
            <a:spLocks noGrp="1"/>
          </p:cNvSpPr>
          <p:nvPr>
            <p:ph type="dt" sz="quarter" idx="10"/>
          </p:nvPr>
        </p:nvSpPr>
        <p:spPr/>
        <p:txBody>
          <a:bodyPr/>
          <a:lstStyle/>
          <a:p>
            <a:pPr>
              <a:defRPr/>
            </a:pPr>
            <a:fld id="{79E3114B-6E1B-40A9-B7D7-D223A1E2DF08}" type="datetime4">
              <a:rPr lang="en-US"/>
              <a:pPr>
                <a:defRPr/>
              </a:pPr>
              <a:t>May 24, 2023</a:t>
            </a:fld>
            <a:endParaRPr lang="en-US"/>
          </a:p>
        </p:txBody>
      </p:sp>
      <p:sp>
        <p:nvSpPr>
          <p:cNvPr id="27" name="Slide Number Placeholder 5"/>
          <p:cNvSpPr>
            <a:spLocks noGrp="1"/>
          </p:cNvSpPr>
          <p:nvPr>
            <p:ph type="sldNum" sz="quarter" idx="12"/>
          </p:nvPr>
        </p:nvSpPr>
        <p:spPr/>
        <p:txBody>
          <a:bodyPr/>
          <a:lstStyle/>
          <a:p>
            <a:pPr>
              <a:defRPr/>
            </a:pPr>
            <a:fld id="{8F182DA9-4C74-4D81-B223-AB77ED481F36}" type="slidenum">
              <a:rPr lang="en-US"/>
              <a:pPr>
                <a:defRPr/>
              </a:pPr>
              <a:t>10</a:t>
            </a:fld>
            <a:endParaRPr lang="en-US"/>
          </a:p>
        </p:txBody>
      </p:sp>
      <p:graphicFrame>
        <p:nvGraphicFramePr>
          <p:cNvPr id="152578" name="Group 2"/>
          <p:cNvGraphicFramePr>
            <a:graphicFrameLocks noGrp="1"/>
          </p:cNvGraphicFramePr>
          <p:nvPr>
            <p:extLst>
              <p:ext uri="{D42A27DB-BD31-4B8C-83A1-F6EECF244321}">
                <p14:modId xmlns:p14="http://schemas.microsoft.com/office/powerpoint/2010/main" val="2101926567"/>
              </p:ext>
            </p:extLst>
          </p:nvPr>
        </p:nvGraphicFramePr>
        <p:xfrm>
          <a:off x="685800" y="1447800"/>
          <a:ext cx="4191000" cy="3926840"/>
        </p:xfrm>
        <a:graphic>
          <a:graphicData uri="http://schemas.openxmlformats.org/drawingml/2006/table">
            <a:tbl>
              <a:tblPr/>
              <a:tblGrid>
                <a:gridCol w="4191000">
                  <a:extLst>
                    <a:ext uri="{9D8B030D-6E8A-4147-A177-3AD203B41FA5}">
                      <a16:colId xmlns:a16="http://schemas.microsoft.com/office/drawing/2014/main" val="20000"/>
                    </a:ext>
                  </a:extLst>
                </a:gridCol>
              </a:tblGrid>
              <a:tr h="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1" i="0" u="none" strike="noStrike" cap="none" normalizeH="0" baseline="0" dirty="0">
                          <a:ln>
                            <a:noFill/>
                          </a:ln>
                          <a:solidFill>
                            <a:schemeClr val="bg1"/>
                          </a:solidFill>
                          <a:effectLst/>
                          <a:latin typeface="Tahoma" pitchFamily="34" charset="0"/>
                        </a:rPr>
                        <a:t>Bhava</a:t>
                      </a:r>
                    </a:p>
                  </a:txBody>
                  <a:tcPr horzOverflow="overflow">
                    <a:lnL w="38100" cap="flat" cmpd="sng" algn="ctr">
                      <a:solidFill>
                        <a:srgbClr val="FF6600"/>
                      </a:solidFill>
                      <a:prstDash val="solid"/>
                      <a:round/>
                      <a:headEnd type="none" w="med" len="med"/>
                      <a:tailEnd type="none" w="med" len="med"/>
                    </a:lnL>
                    <a:lnR w="38100" cap="flat" cmpd="sng" algn="ctr">
                      <a:solidFill>
                        <a:srgbClr val="FF6600"/>
                      </a:solidFill>
                      <a:prstDash val="solid"/>
                      <a:round/>
                      <a:headEnd type="none" w="med" len="med"/>
                      <a:tailEnd type="none" w="med" len="med"/>
                    </a:lnR>
                    <a:lnT w="38100" cap="flat" cmpd="sng" algn="ctr">
                      <a:solidFill>
                        <a:srgbClr val="FF6600"/>
                      </a:solidFill>
                      <a:prstDash val="solid"/>
                      <a:round/>
                      <a:headEnd type="none" w="med" len="med"/>
                      <a:tailEnd type="none" w="med" len="med"/>
                    </a:lnT>
                    <a:lnB w="12700" cap="flat" cmpd="sng" algn="ctr">
                      <a:solidFill>
                        <a:srgbClr val="FF66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41325">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bg1"/>
                          </a:solidFill>
                          <a:effectLst/>
                          <a:latin typeface="Tahoma" pitchFamily="34" charset="0"/>
                        </a:rPr>
                        <a:t>Rati (Love)</a:t>
                      </a:r>
                    </a:p>
                  </a:txBody>
                  <a:tcPr horzOverflow="overflow">
                    <a:lnL w="38100" cap="flat" cmpd="sng" algn="ctr">
                      <a:solidFill>
                        <a:srgbClr val="FF6600"/>
                      </a:solidFill>
                      <a:prstDash val="solid"/>
                      <a:round/>
                      <a:headEnd type="none" w="med" len="med"/>
                      <a:tailEnd type="none" w="med" len="med"/>
                    </a:lnL>
                    <a:lnR w="38100" cap="flat" cmpd="sng" algn="ctr">
                      <a:solidFill>
                        <a:srgbClr val="FF6600"/>
                      </a:solidFill>
                      <a:prstDash val="solid"/>
                      <a:round/>
                      <a:headEnd type="none" w="med" len="med"/>
                      <a:tailEnd type="none" w="med" len="med"/>
                    </a:lnR>
                    <a:lnT w="12700" cap="flat" cmpd="sng" algn="ctr">
                      <a:solidFill>
                        <a:srgbClr val="FF6600"/>
                      </a:solidFill>
                      <a:prstDash val="solid"/>
                      <a:round/>
                      <a:headEnd type="none" w="med" len="med"/>
                      <a:tailEnd type="none" w="med" len="med"/>
                    </a:lnT>
                    <a:lnB w="12700" cap="flat" cmpd="sng" algn="ctr">
                      <a:solidFill>
                        <a:srgbClr val="FF66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41325">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bg1"/>
                          </a:solidFill>
                          <a:effectLst/>
                          <a:latin typeface="Tahoma" pitchFamily="34" charset="0"/>
                        </a:rPr>
                        <a:t>Hasa (laughter/amusement)</a:t>
                      </a:r>
                    </a:p>
                  </a:txBody>
                  <a:tcPr horzOverflow="overflow">
                    <a:lnL w="38100" cap="flat" cmpd="sng" algn="ctr">
                      <a:solidFill>
                        <a:srgbClr val="FF6600"/>
                      </a:solidFill>
                      <a:prstDash val="solid"/>
                      <a:round/>
                      <a:headEnd type="none" w="med" len="med"/>
                      <a:tailEnd type="none" w="med" len="med"/>
                    </a:lnL>
                    <a:lnR w="38100" cap="flat" cmpd="sng" algn="ctr">
                      <a:solidFill>
                        <a:srgbClr val="FF6600"/>
                      </a:solidFill>
                      <a:prstDash val="solid"/>
                      <a:round/>
                      <a:headEnd type="none" w="med" len="med"/>
                      <a:tailEnd type="none" w="med" len="med"/>
                    </a:lnR>
                    <a:lnT w="12700" cap="flat" cmpd="sng" algn="ctr">
                      <a:solidFill>
                        <a:srgbClr val="FF6600"/>
                      </a:solidFill>
                      <a:prstDash val="solid"/>
                      <a:round/>
                      <a:headEnd type="none" w="med" len="med"/>
                      <a:tailEnd type="none" w="med" len="med"/>
                    </a:lnT>
                    <a:lnB w="12700" cap="flat" cmpd="sng" algn="ctr">
                      <a:solidFill>
                        <a:srgbClr val="FF66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41325">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bg1"/>
                          </a:solidFill>
                          <a:effectLst/>
                          <a:latin typeface="Tahoma" pitchFamily="34" charset="0"/>
                        </a:rPr>
                        <a:t>Krodha (anger)</a:t>
                      </a:r>
                    </a:p>
                  </a:txBody>
                  <a:tcPr horzOverflow="overflow">
                    <a:lnL w="38100" cap="flat" cmpd="sng" algn="ctr">
                      <a:solidFill>
                        <a:srgbClr val="FF6600"/>
                      </a:solidFill>
                      <a:prstDash val="solid"/>
                      <a:round/>
                      <a:headEnd type="none" w="med" len="med"/>
                      <a:tailEnd type="none" w="med" len="med"/>
                    </a:lnL>
                    <a:lnR w="38100" cap="flat" cmpd="sng" algn="ctr">
                      <a:solidFill>
                        <a:srgbClr val="FF6600"/>
                      </a:solidFill>
                      <a:prstDash val="solid"/>
                      <a:round/>
                      <a:headEnd type="none" w="med" len="med"/>
                      <a:tailEnd type="none" w="med" len="med"/>
                    </a:lnR>
                    <a:lnT w="12700" cap="flat" cmpd="sng" algn="ctr">
                      <a:solidFill>
                        <a:srgbClr val="FF6600"/>
                      </a:solidFill>
                      <a:prstDash val="solid"/>
                      <a:round/>
                      <a:headEnd type="none" w="med" len="med"/>
                      <a:tailEnd type="none" w="med" len="med"/>
                    </a:lnT>
                    <a:lnB w="12700" cap="flat" cmpd="sng" algn="ctr">
                      <a:solidFill>
                        <a:srgbClr val="FF66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441325">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bg1"/>
                          </a:solidFill>
                          <a:effectLst/>
                          <a:latin typeface="Tahoma" pitchFamily="34" charset="0"/>
                        </a:rPr>
                        <a:t>Utsaha (Dynamic Energy)</a:t>
                      </a:r>
                    </a:p>
                  </a:txBody>
                  <a:tcPr horzOverflow="overflow">
                    <a:lnL w="38100" cap="flat" cmpd="sng" algn="ctr">
                      <a:solidFill>
                        <a:srgbClr val="FF6600"/>
                      </a:solidFill>
                      <a:prstDash val="solid"/>
                      <a:round/>
                      <a:headEnd type="none" w="med" len="med"/>
                      <a:tailEnd type="none" w="med" len="med"/>
                    </a:lnL>
                    <a:lnR w="38100" cap="flat" cmpd="sng" algn="ctr">
                      <a:solidFill>
                        <a:srgbClr val="FF6600"/>
                      </a:solidFill>
                      <a:prstDash val="solid"/>
                      <a:round/>
                      <a:headEnd type="none" w="med" len="med"/>
                      <a:tailEnd type="none" w="med" len="med"/>
                    </a:lnR>
                    <a:lnT w="12700" cap="flat" cmpd="sng" algn="ctr">
                      <a:solidFill>
                        <a:srgbClr val="FF6600"/>
                      </a:solidFill>
                      <a:prstDash val="solid"/>
                      <a:round/>
                      <a:headEnd type="none" w="med" len="med"/>
                      <a:tailEnd type="none" w="med" len="med"/>
                    </a:lnT>
                    <a:lnB w="12700" cap="flat" cmpd="sng" algn="ctr">
                      <a:solidFill>
                        <a:srgbClr val="FF66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441325">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bg1"/>
                          </a:solidFill>
                          <a:effectLst/>
                          <a:latin typeface="Tahoma" pitchFamily="34" charset="0"/>
                        </a:rPr>
                        <a:t>Vismay (wonder)</a:t>
                      </a:r>
                    </a:p>
                  </a:txBody>
                  <a:tcPr horzOverflow="overflow">
                    <a:lnL w="38100" cap="flat" cmpd="sng" algn="ctr">
                      <a:solidFill>
                        <a:srgbClr val="FF6600"/>
                      </a:solidFill>
                      <a:prstDash val="solid"/>
                      <a:round/>
                      <a:headEnd type="none" w="med" len="med"/>
                      <a:tailEnd type="none" w="med" len="med"/>
                    </a:lnL>
                    <a:lnR w="38100" cap="flat" cmpd="sng" algn="ctr">
                      <a:solidFill>
                        <a:srgbClr val="FF6600"/>
                      </a:solidFill>
                      <a:prstDash val="solid"/>
                      <a:round/>
                      <a:headEnd type="none" w="med" len="med"/>
                      <a:tailEnd type="none" w="med" len="med"/>
                    </a:lnR>
                    <a:lnT w="12700" cap="flat" cmpd="sng" algn="ctr">
                      <a:solidFill>
                        <a:srgbClr val="FF6600"/>
                      </a:solidFill>
                      <a:prstDash val="solid"/>
                      <a:round/>
                      <a:headEnd type="none" w="med" len="med"/>
                      <a:tailEnd type="none" w="med" len="med"/>
                    </a:lnT>
                    <a:lnB w="12700" cap="flat" cmpd="sng" algn="ctr">
                      <a:solidFill>
                        <a:srgbClr val="FF66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441325">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bg1"/>
                          </a:solidFill>
                          <a:effectLst/>
                          <a:latin typeface="Tahoma" pitchFamily="34" charset="0"/>
                        </a:rPr>
                        <a:t>Soka (Sorrow)</a:t>
                      </a:r>
                    </a:p>
                  </a:txBody>
                  <a:tcPr horzOverflow="overflow">
                    <a:lnL w="38100" cap="flat" cmpd="sng" algn="ctr">
                      <a:solidFill>
                        <a:srgbClr val="FF6600"/>
                      </a:solidFill>
                      <a:prstDash val="solid"/>
                      <a:round/>
                      <a:headEnd type="none" w="med" len="med"/>
                      <a:tailEnd type="none" w="med" len="med"/>
                    </a:lnL>
                    <a:lnR w="38100" cap="flat" cmpd="sng" algn="ctr">
                      <a:solidFill>
                        <a:srgbClr val="FF6600"/>
                      </a:solidFill>
                      <a:prstDash val="solid"/>
                      <a:round/>
                      <a:headEnd type="none" w="med" len="med"/>
                      <a:tailEnd type="none" w="med" len="med"/>
                    </a:lnR>
                    <a:lnT w="12700" cap="flat" cmpd="sng" algn="ctr">
                      <a:solidFill>
                        <a:srgbClr val="FF6600"/>
                      </a:solidFill>
                      <a:prstDash val="solid"/>
                      <a:round/>
                      <a:headEnd type="none" w="med" len="med"/>
                      <a:tailEnd type="none" w="med" len="med"/>
                    </a:lnT>
                    <a:lnB w="12700" cap="flat" cmpd="sng" algn="ctr">
                      <a:solidFill>
                        <a:srgbClr val="FF66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441325">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bg1"/>
                          </a:solidFill>
                          <a:effectLst/>
                          <a:latin typeface="Tahoma" pitchFamily="34" charset="0"/>
                        </a:rPr>
                        <a:t>Bhaya (Fear)</a:t>
                      </a:r>
                    </a:p>
                  </a:txBody>
                  <a:tcPr horzOverflow="overflow">
                    <a:lnL w="38100" cap="flat" cmpd="sng" algn="ctr">
                      <a:solidFill>
                        <a:srgbClr val="FF6600"/>
                      </a:solidFill>
                      <a:prstDash val="solid"/>
                      <a:round/>
                      <a:headEnd type="none" w="med" len="med"/>
                      <a:tailEnd type="none" w="med" len="med"/>
                    </a:lnL>
                    <a:lnR w="38100" cap="flat" cmpd="sng" algn="ctr">
                      <a:solidFill>
                        <a:srgbClr val="FF6600"/>
                      </a:solidFill>
                      <a:prstDash val="solid"/>
                      <a:round/>
                      <a:headEnd type="none" w="med" len="med"/>
                      <a:tailEnd type="none" w="med" len="med"/>
                    </a:lnR>
                    <a:lnT w="12700" cap="flat" cmpd="sng" algn="ctr">
                      <a:solidFill>
                        <a:srgbClr val="FF6600"/>
                      </a:solidFill>
                      <a:prstDash val="solid"/>
                      <a:round/>
                      <a:headEnd type="none" w="med" len="med"/>
                      <a:tailEnd type="none" w="med" len="med"/>
                    </a:lnT>
                    <a:lnB w="12700" cap="flat" cmpd="sng" algn="ctr">
                      <a:solidFill>
                        <a:srgbClr val="FF66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441325">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dirty="0" err="1">
                          <a:ln>
                            <a:noFill/>
                          </a:ln>
                          <a:solidFill>
                            <a:schemeClr val="bg1"/>
                          </a:solidFill>
                          <a:effectLst/>
                          <a:latin typeface="Tahoma" pitchFamily="34" charset="0"/>
                        </a:rPr>
                        <a:t>Jugupsa</a:t>
                      </a:r>
                      <a:r>
                        <a:rPr kumimoji="0" lang="en-US" sz="2000" b="0" i="0" u="none" strike="noStrike" cap="none" normalizeH="0" baseline="0" dirty="0">
                          <a:ln>
                            <a:noFill/>
                          </a:ln>
                          <a:solidFill>
                            <a:schemeClr val="bg1"/>
                          </a:solidFill>
                          <a:effectLst/>
                          <a:latin typeface="Tahoma" pitchFamily="34" charset="0"/>
                        </a:rPr>
                        <a:t> (disgust)</a:t>
                      </a:r>
                    </a:p>
                  </a:txBody>
                  <a:tcPr horzOverflow="overflow">
                    <a:lnL w="38100" cap="flat" cmpd="sng" algn="ctr">
                      <a:solidFill>
                        <a:srgbClr val="FF6600"/>
                      </a:solidFill>
                      <a:prstDash val="solid"/>
                      <a:round/>
                      <a:headEnd type="none" w="med" len="med"/>
                      <a:tailEnd type="none" w="med" len="med"/>
                    </a:lnL>
                    <a:lnR w="38100" cap="flat" cmpd="sng" algn="ctr">
                      <a:solidFill>
                        <a:srgbClr val="FF6600"/>
                      </a:solidFill>
                      <a:prstDash val="solid"/>
                      <a:round/>
                      <a:headEnd type="none" w="med" len="med"/>
                      <a:tailEnd type="none" w="med" len="med"/>
                    </a:lnR>
                    <a:lnT w="12700" cap="flat" cmpd="sng" algn="ctr">
                      <a:solidFill>
                        <a:srgbClr val="FF6600"/>
                      </a:solidFill>
                      <a:prstDash val="solid"/>
                      <a:round/>
                      <a:headEnd type="none" w="med" len="med"/>
                      <a:tailEnd type="none" w="med" len="med"/>
                    </a:lnT>
                    <a:lnB w="38100" cap="flat" cmpd="sng" algn="ctr">
                      <a:solidFill>
                        <a:srgbClr val="FF66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bl>
          </a:graphicData>
        </a:graphic>
      </p:graphicFrame>
      <p:sp>
        <p:nvSpPr>
          <p:cNvPr id="7195" name="Rectangle 24"/>
          <p:cNvSpPr>
            <a:spLocks noGrp="1" noChangeArrowheads="1"/>
          </p:cNvSpPr>
          <p:nvPr>
            <p:ph type="title"/>
          </p:nvPr>
        </p:nvSpPr>
        <p:spPr/>
        <p:txBody>
          <a:bodyPr/>
          <a:lstStyle/>
          <a:p>
            <a:pPr eaLnBrk="1" hangingPunct="1"/>
            <a:r>
              <a:rPr lang="en-US"/>
              <a:t>Sthayi Bhava</a:t>
            </a:r>
          </a:p>
        </p:txBody>
      </p:sp>
    </p:spTree>
  </p:cSld>
  <p:clrMapOvr>
    <a:masterClrMapping/>
  </p:clrMapOvr>
  <p:transition>
    <p:wip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quarter" idx="10"/>
          </p:nvPr>
        </p:nvSpPr>
        <p:spPr/>
        <p:txBody>
          <a:bodyPr/>
          <a:lstStyle/>
          <a:p>
            <a:pPr>
              <a:defRPr/>
            </a:pPr>
            <a:fld id="{EBED3481-8CBD-40AC-88CB-D204E56D622F}" type="datetime4">
              <a:rPr lang="en-US"/>
              <a:pPr>
                <a:defRPr/>
              </a:pPr>
              <a:t>May 24, 2023</a:t>
            </a:fld>
            <a:endParaRPr lang="en-US"/>
          </a:p>
        </p:txBody>
      </p:sp>
      <p:sp>
        <p:nvSpPr>
          <p:cNvPr id="6" name="Slide Number Placeholder 5"/>
          <p:cNvSpPr>
            <a:spLocks noGrp="1"/>
          </p:cNvSpPr>
          <p:nvPr>
            <p:ph type="sldNum" sz="quarter" idx="12"/>
          </p:nvPr>
        </p:nvSpPr>
        <p:spPr/>
        <p:txBody>
          <a:bodyPr/>
          <a:lstStyle/>
          <a:p>
            <a:pPr>
              <a:defRPr/>
            </a:pPr>
            <a:fld id="{F310B188-887E-42AA-A84B-BFA85185C6C0}" type="slidenum">
              <a:rPr lang="en-US"/>
              <a:pPr>
                <a:defRPr/>
              </a:pPr>
              <a:t>11</a:t>
            </a:fld>
            <a:endParaRPr lang="en-US"/>
          </a:p>
        </p:txBody>
      </p:sp>
      <p:sp>
        <p:nvSpPr>
          <p:cNvPr id="8197" name="Rectangle 2"/>
          <p:cNvSpPr>
            <a:spLocks noGrp="1" noChangeArrowheads="1"/>
          </p:cNvSpPr>
          <p:nvPr>
            <p:ph type="title"/>
          </p:nvPr>
        </p:nvSpPr>
        <p:spPr/>
        <p:txBody>
          <a:bodyPr/>
          <a:lstStyle/>
          <a:p>
            <a:pPr eaLnBrk="1" hangingPunct="1"/>
            <a:r>
              <a:rPr lang="en-US"/>
              <a:t>Vyabhichari Bhava</a:t>
            </a:r>
          </a:p>
        </p:txBody>
      </p:sp>
      <p:sp>
        <p:nvSpPr>
          <p:cNvPr id="154627" name="Rectangle 3"/>
          <p:cNvSpPr>
            <a:spLocks noGrp="1" noChangeArrowheads="1"/>
          </p:cNvSpPr>
          <p:nvPr>
            <p:ph type="body" idx="1"/>
          </p:nvPr>
        </p:nvSpPr>
        <p:spPr/>
        <p:txBody>
          <a:bodyPr/>
          <a:lstStyle/>
          <a:p>
            <a:pPr eaLnBrk="1" hangingPunct="1">
              <a:lnSpc>
                <a:spcPct val="150000"/>
              </a:lnSpc>
            </a:pPr>
            <a:r>
              <a:rPr lang="en-US" sz="2000" dirty="0"/>
              <a:t>These are transitory emotions</a:t>
            </a:r>
          </a:p>
          <a:p>
            <a:pPr eaLnBrk="1" hangingPunct="1">
              <a:lnSpc>
                <a:spcPct val="150000"/>
              </a:lnSpc>
            </a:pPr>
            <a:r>
              <a:rPr lang="en-US" sz="2000" dirty="0"/>
              <a:t>They depend on </a:t>
            </a:r>
            <a:r>
              <a:rPr lang="en-US" sz="2000" dirty="0" err="1"/>
              <a:t>Sthayi</a:t>
            </a:r>
            <a:r>
              <a:rPr lang="en-US" sz="2000" dirty="0"/>
              <a:t> Bhava for strength</a:t>
            </a:r>
          </a:p>
          <a:p>
            <a:pPr eaLnBrk="1" hangingPunct="1">
              <a:lnSpc>
                <a:spcPct val="150000"/>
              </a:lnSpc>
            </a:pPr>
            <a:r>
              <a:rPr lang="en-US" sz="2000" dirty="0"/>
              <a:t>They have no independent existence</a:t>
            </a:r>
          </a:p>
          <a:p>
            <a:pPr eaLnBrk="1" hangingPunct="1">
              <a:lnSpc>
                <a:spcPct val="150000"/>
              </a:lnSpc>
            </a:pPr>
            <a:r>
              <a:rPr lang="en-US" sz="2000" dirty="0"/>
              <a:t>This is also known as </a:t>
            </a:r>
            <a:r>
              <a:rPr lang="en-US" sz="2000" dirty="0" err="1"/>
              <a:t>sanchari</a:t>
            </a:r>
            <a:r>
              <a:rPr lang="en-US" sz="2000" dirty="0"/>
              <a:t> bhava</a:t>
            </a:r>
          </a:p>
          <a:p>
            <a:pPr eaLnBrk="1" hangingPunct="1">
              <a:lnSpc>
                <a:spcPct val="150000"/>
              </a:lnSpc>
            </a:pPr>
            <a:r>
              <a:rPr lang="en-US" sz="2000" dirty="0"/>
              <a:t>They help </a:t>
            </a:r>
            <a:r>
              <a:rPr lang="en-US" sz="2000" dirty="0" err="1"/>
              <a:t>sthayi</a:t>
            </a:r>
            <a:r>
              <a:rPr lang="en-US" sz="2000" dirty="0"/>
              <a:t> bhava to mature into Rasa</a:t>
            </a:r>
          </a:p>
          <a:p>
            <a:pPr eaLnBrk="1" hangingPunct="1">
              <a:lnSpc>
                <a:spcPct val="150000"/>
              </a:lnSpc>
            </a:pPr>
            <a:r>
              <a:rPr lang="en-US" sz="2000" dirty="0"/>
              <a:t>They are 33 in number</a:t>
            </a:r>
          </a:p>
          <a:p>
            <a:pPr eaLnBrk="1" hangingPunct="1">
              <a:lnSpc>
                <a:spcPct val="150000"/>
              </a:lnSpc>
            </a:pPr>
            <a:r>
              <a:rPr lang="en-US" sz="2000" dirty="0"/>
              <a:t>Every individual might not experience all of these during one’s lifetime</a:t>
            </a:r>
          </a:p>
        </p:txBody>
      </p:sp>
    </p:spTree>
  </p:cSld>
  <p:clrMapOvr>
    <a:masterClrMapping/>
  </p:clrMapOvr>
  <p:transition>
    <p:wip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 name="Date Placeholder 3"/>
          <p:cNvSpPr>
            <a:spLocks noGrp="1"/>
          </p:cNvSpPr>
          <p:nvPr>
            <p:ph type="dt" sz="quarter" idx="10"/>
          </p:nvPr>
        </p:nvSpPr>
        <p:spPr/>
        <p:txBody>
          <a:bodyPr/>
          <a:lstStyle/>
          <a:p>
            <a:pPr>
              <a:defRPr/>
            </a:pPr>
            <a:fld id="{F7AFB403-EEE5-4C4F-8A70-CC9239D67971}" type="datetime4">
              <a:rPr lang="en-US"/>
              <a:pPr>
                <a:defRPr/>
              </a:pPr>
              <a:t>May 24, 2023</a:t>
            </a:fld>
            <a:endParaRPr lang="en-US"/>
          </a:p>
        </p:txBody>
      </p:sp>
      <p:sp>
        <p:nvSpPr>
          <p:cNvPr id="56" name="Slide Number Placeholder 5"/>
          <p:cNvSpPr>
            <a:spLocks noGrp="1"/>
          </p:cNvSpPr>
          <p:nvPr>
            <p:ph type="sldNum" sz="quarter" idx="12"/>
          </p:nvPr>
        </p:nvSpPr>
        <p:spPr/>
        <p:txBody>
          <a:bodyPr/>
          <a:lstStyle/>
          <a:p>
            <a:pPr>
              <a:defRPr/>
            </a:pPr>
            <a:fld id="{389C1FFB-DE1E-44C9-8991-1AEFD764A548}" type="slidenum">
              <a:rPr lang="en-US"/>
              <a:pPr>
                <a:defRPr/>
              </a:pPr>
              <a:t>12</a:t>
            </a:fld>
            <a:endParaRPr lang="en-US"/>
          </a:p>
        </p:txBody>
      </p:sp>
      <p:sp>
        <p:nvSpPr>
          <p:cNvPr id="9221" name="Rectangle 2"/>
          <p:cNvSpPr>
            <a:spLocks noGrp="1" noChangeArrowheads="1"/>
          </p:cNvSpPr>
          <p:nvPr>
            <p:ph type="title"/>
          </p:nvPr>
        </p:nvSpPr>
        <p:spPr/>
        <p:txBody>
          <a:bodyPr/>
          <a:lstStyle/>
          <a:p>
            <a:pPr eaLnBrk="1" hangingPunct="1"/>
            <a:r>
              <a:rPr lang="en-US"/>
              <a:t>The Vyabhicari Bhava</a:t>
            </a:r>
          </a:p>
        </p:txBody>
      </p:sp>
      <p:graphicFrame>
        <p:nvGraphicFramePr>
          <p:cNvPr id="74913" name="Group 161"/>
          <p:cNvGraphicFramePr>
            <a:graphicFrameLocks noGrp="1"/>
          </p:cNvGraphicFramePr>
          <p:nvPr>
            <p:extLst>
              <p:ext uri="{D42A27DB-BD31-4B8C-83A1-F6EECF244321}">
                <p14:modId xmlns:p14="http://schemas.microsoft.com/office/powerpoint/2010/main" val="1838944261"/>
              </p:ext>
            </p:extLst>
          </p:nvPr>
        </p:nvGraphicFramePr>
        <p:xfrm>
          <a:off x="609600" y="1066800"/>
          <a:ext cx="7772400" cy="4902202"/>
        </p:xfrm>
        <a:graphic>
          <a:graphicData uri="http://schemas.openxmlformats.org/drawingml/2006/table">
            <a:tbl>
              <a:tblPr/>
              <a:tblGrid>
                <a:gridCol w="1295400">
                  <a:extLst>
                    <a:ext uri="{9D8B030D-6E8A-4147-A177-3AD203B41FA5}">
                      <a16:colId xmlns:a16="http://schemas.microsoft.com/office/drawing/2014/main" val="20000"/>
                    </a:ext>
                  </a:extLst>
                </a:gridCol>
                <a:gridCol w="1295400">
                  <a:extLst>
                    <a:ext uri="{9D8B030D-6E8A-4147-A177-3AD203B41FA5}">
                      <a16:colId xmlns:a16="http://schemas.microsoft.com/office/drawing/2014/main" val="20001"/>
                    </a:ext>
                  </a:extLst>
                </a:gridCol>
                <a:gridCol w="1295400">
                  <a:extLst>
                    <a:ext uri="{9D8B030D-6E8A-4147-A177-3AD203B41FA5}">
                      <a16:colId xmlns:a16="http://schemas.microsoft.com/office/drawing/2014/main" val="20002"/>
                    </a:ext>
                  </a:extLst>
                </a:gridCol>
                <a:gridCol w="1295400">
                  <a:extLst>
                    <a:ext uri="{9D8B030D-6E8A-4147-A177-3AD203B41FA5}">
                      <a16:colId xmlns:a16="http://schemas.microsoft.com/office/drawing/2014/main" val="20003"/>
                    </a:ext>
                  </a:extLst>
                </a:gridCol>
                <a:gridCol w="1295400">
                  <a:extLst>
                    <a:ext uri="{9D8B030D-6E8A-4147-A177-3AD203B41FA5}">
                      <a16:colId xmlns:a16="http://schemas.microsoft.com/office/drawing/2014/main" val="20004"/>
                    </a:ext>
                  </a:extLst>
                </a:gridCol>
                <a:gridCol w="1295400">
                  <a:extLst>
                    <a:ext uri="{9D8B030D-6E8A-4147-A177-3AD203B41FA5}">
                      <a16:colId xmlns:a16="http://schemas.microsoft.com/office/drawing/2014/main" val="20005"/>
                    </a:ext>
                  </a:extLst>
                </a:gridCol>
              </a:tblGrid>
              <a:tr h="848483">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400" b="0" i="0" u="none" strike="noStrike" cap="none" normalizeH="0" baseline="0" dirty="0" err="1">
                          <a:ln>
                            <a:noFill/>
                          </a:ln>
                          <a:solidFill>
                            <a:schemeClr val="bg1"/>
                          </a:solidFill>
                          <a:effectLst/>
                          <a:latin typeface="Tahoma" pitchFamily="34" charset="0"/>
                        </a:rPr>
                        <a:t>Nirveda</a:t>
                      </a:r>
                      <a:endParaRPr kumimoji="0" lang="en-US" sz="1400" b="0" i="0" u="none" strike="noStrike" cap="none" normalizeH="0" baseline="0" dirty="0">
                        <a:ln>
                          <a:noFill/>
                        </a:ln>
                        <a:solidFill>
                          <a:schemeClr val="bg1"/>
                        </a:solidFill>
                        <a:effectLst/>
                        <a:latin typeface="Tahoma" pitchFamily="34" charset="0"/>
                      </a:endParaRPr>
                    </a:p>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400" b="0" i="0" u="none" strike="noStrike" cap="none" normalizeH="0" baseline="0" dirty="0">
                          <a:ln>
                            <a:noFill/>
                          </a:ln>
                          <a:solidFill>
                            <a:schemeClr val="bg1"/>
                          </a:solidFill>
                          <a:effectLst/>
                          <a:latin typeface="Tahoma" pitchFamily="34" charset="0"/>
                        </a:rPr>
                        <a:t>(world weariness)</a:t>
                      </a:r>
                    </a:p>
                  </a:txBody>
                  <a:tcPr horzOverflow="overflow">
                    <a:lnL w="38100" cap="flat" cmpd="sng" algn="ctr">
                      <a:solidFill>
                        <a:srgbClr val="FF6600"/>
                      </a:solidFill>
                      <a:prstDash val="solid"/>
                      <a:round/>
                      <a:headEnd type="none" w="med" len="med"/>
                      <a:tailEnd type="none" w="med" len="med"/>
                    </a:lnL>
                    <a:lnR w="12700" cap="flat" cmpd="sng" algn="ctr">
                      <a:solidFill>
                        <a:srgbClr val="FF9933"/>
                      </a:solidFill>
                      <a:prstDash val="solid"/>
                      <a:round/>
                      <a:headEnd type="none" w="med" len="med"/>
                      <a:tailEnd type="none" w="med" len="med"/>
                    </a:lnR>
                    <a:lnT w="38100" cap="flat" cmpd="sng" algn="ctr">
                      <a:solidFill>
                        <a:srgbClr val="FF6600"/>
                      </a:solidFill>
                      <a:prstDash val="solid"/>
                      <a:round/>
                      <a:headEnd type="none" w="med" len="med"/>
                      <a:tailEnd type="none" w="med" len="med"/>
                    </a:lnT>
                    <a:lnB w="12700" cap="flat" cmpd="sng" algn="ctr">
                      <a:solidFill>
                        <a:srgbClr val="FF9933"/>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400" b="0" i="0" u="none" strike="noStrike" cap="none" normalizeH="0" baseline="0">
                          <a:ln>
                            <a:noFill/>
                          </a:ln>
                          <a:solidFill>
                            <a:schemeClr val="bg1"/>
                          </a:solidFill>
                          <a:effectLst/>
                          <a:latin typeface="Tahoma" pitchFamily="34" charset="0"/>
                        </a:rPr>
                        <a:t>Glani</a:t>
                      </a:r>
                    </a:p>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400" b="0" i="0" u="none" strike="noStrike" cap="none" normalizeH="0" baseline="0">
                          <a:ln>
                            <a:noFill/>
                          </a:ln>
                          <a:solidFill>
                            <a:schemeClr val="bg1"/>
                          </a:solidFill>
                          <a:effectLst/>
                          <a:latin typeface="Tahoma" pitchFamily="34" charset="0"/>
                        </a:rPr>
                        <a:t>(Physical weakness)</a:t>
                      </a:r>
                    </a:p>
                  </a:txBody>
                  <a:tcPr horzOverflow="overflow">
                    <a:lnL w="12700" cap="flat" cmpd="sng" algn="ctr">
                      <a:solidFill>
                        <a:srgbClr val="FF9933"/>
                      </a:solidFill>
                      <a:prstDash val="solid"/>
                      <a:round/>
                      <a:headEnd type="none" w="med" len="med"/>
                      <a:tailEnd type="none" w="med" len="med"/>
                    </a:lnL>
                    <a:lnR w="12700" cap="flat" cmpd="sng" algn="ctr">
                      <a:solidFill>
                        <a:srgbClr val="FF9933"/>
                      </a:solidFill>
                      <a:prstDash val="solid"/>
                      <a:round/>
                      <a:headEnd type="none" w="med" len="med"/>
                      <a:tailEnd type="none" w="med" len="med"/>
                    </a:lnR>
                    <a:lnT w="38100" cap="flat" cmpd="sng" algn="ctr">
                      <a:solidFill>
                        <a:srgbClr val="FF6600"/>
                      </a:solidFill>
                      <a:prstDash val="solid"/>
                      <a:round/>
                      <a:headEnd type="none" w="med" len="med"/>
                      <a:tailEnd type="none" w="med" len="med"/>
                    </a:lnT>
                    <a:lnB w="12700" cap="flat" cmpd="sng" algn="ctr">
                      <a:solidFill>
                        <a:srgbClr val="FF9933"/>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400" b="0" i="0" u="none" strike="noStrike" cap="none" normalizeH="0" baseline="0">
                          <a:ln>
                            <a:noFill/>
                          </a:ln>
                          <a:solidFill>
                            <a:schemeClr val="bg1"/>
                          </a:solidFill>
                          <a:effectLst/>
                          <a:latin typeface="Tahoma" pitchFamily="34" charset="0"/>
                        </a:rPr>
                        <a:t>Sanka</a:t>
                      </a:r>
                    </a:p>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400" b="0" i="0" u="none" strike="noStrike" cap="none" normalizeH="0" baseline="0">
                          <a:ln>
                            <a:noFill/>
                          </a:ln>
                          <a:solidFill>
                            <a:schemeClr val="bg1"/>
                          </a:solidFill>
                          <a:effectLst/>
                          <a:latin typeface="Tahoma" pitchFamily="34" charset="0"/>
                        </a:rPr>
                        <a:t>(Anxiety)</a:t>
                      </a:r>
                    </a:p>
                  </a:txBody>
                  <a:tcPr horzOverflow="overflow">
                    <a:lnL w="12700" cap="flat" cmpd="sng" algn="ctr">
                      <a:solidFill>
                        <a:srgbClr val="FF9933"/>
                      </a:solidFill>
                      <a:prstDash val="solid"/>
                      <a:round/>
                      <a:headEnd type="none" w="med" len="med"/>
                      <a:tailEnd type="none" w="med" len="med"/>
                    </a:lnL>
                    <a:lnR w="12700" cap="flat" cmpd="sng" algn="ctr">
                      <a:solidFill>
                        <a:srgbClr val="FF9933"/>
                      </a:solidFill>
                      <a:prstDash val="solid"/>
                      <a:round/>
                      <a:headEnd type="none" w="med" len="med"/>
                      <a:tailEnd type="none" w="med" len="med"/>
                    </a:lnR>
                    <a:lnT w="38100" cap="flat" cmpd="sng" algn="ctr">
                      <a:solidFill>
                        <a:srgbClr val="FF6600"/>
                      </a:solidFill>
                      <a:prstDash val="solid"/>
                      <a:round/>
                      <a:headEnd type="none" w="med" len="med"/>
                      <a:tailEnd type="none" w="med" len="med"/>
                    </a:lnT>
                    <a:lnB w="12700" cap="flat" cmpd="sng" algn="ctr">
                      <a:solidFill>
                        <a:srgbClr val="FF9933"/>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400" b="0" i="0" u="none" strike="noStrike" cap="none" normalizeH="0" baseline="0">
                          <a:ln>
                            <a:noFill/>
                          </a:ln>
                          <a:solidFill>
                            <a:schemeClr val="bg1"/>
                          </a:solidFill>
                          <a:effectLst/>
                          <a:latin typeface="Tahoma" pitchFamily="34" charset="0"/>
                        </a:rPr>
                        <a:t>Asuya</a:t>
                      </a:r>
                    </a:p>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400" b="0" i="0" u="none" strike="noStrike" cap="none" normalizeH="0" baseline="0">
                          <a:ln>
                            <a:noFill/>
                          </a:ln>
                          <a:solidFill>
                            <a:schemeClr val="bg1"/>
                          </a:solidFill>
                          <a:effectLst/>
                          <a:latin typeface="Tahoma" pitchFamily="34" charset="0"/>
                        </a:rPr>
                        <a:t>(Envy)</a:t>
                      </a:r>
                    </a:p>
                  </a:txBody>
                  <a:tcPr horzOverflow="overflow">
                    <a:lnL w="12700" cap="flat" cmpd="sng" algn="ctr">
                      <a:solidFill>
                        <a:srgbClr val="FF9933"/>
                      </a:solidFill>
                      <a:prstDash val="solid"/>
                      <a:round/>
                      <a:headEnd type="none" w="med" len="med"/>
                      <a:tailEnd type="none" w="med" len="med"/>
                    </a:lnL>
                    <a:lnR w="12700" cap="flat" cmpd="sng" algn="ctr">
                      <a:solidFill>
                        <a:srgbClr val="FF9933"/>
                      </a:solidFill>
                      <a:prstDash val="solid"/>
                      <a:round/>
                      <a:headEnd type="none" w="med" len="med"/>
                      <a:tailEnd type="none" w="med" len="med"/>
                    </a:lnR>
                    <a:lnT w="38100" cap="flat" cmpd="sng" algn="ctr">
                      <a:solidFill>
                        <a:srgbClr val="FF6600"/>
                      </a:solidFill>
                      <a:prstDash val="solid"/>
                      <a:round/>
                      <a:headEnd type="none" w="med" len="med"/>
                      <a:tailEnd type="none" w="med" len="med"/>
                    </a:lnT>
                    <a:lnB w="12700" cap="flat" cmpd="sng" algn="ctr">
                      <a:solidFill>
                        <a:srgbClr val="FF9933"/>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400" b="0" i="0" u="none" strike="noStrike" cap="none" normalizeH="0" baseline="0">
                          <a:ln>
                            <a:noFill/>
                          </a:ln>
                          <a:solidFill>
                            <a:schemeClr val="bg1"/>
                          </a:solidFill>
                          <a:effectLst/>
                          <a:latin typeface="Tahoma" pitchFamily="34" charset="0"/>
                        </a:rPr>
                        <a:t>Mada</a:t>
                      </a:r>
                    </a:p>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400" b="0" i="0" u="none" strike="noStrike" cap="none" normalizeH="0" baseline="0">
                          <a:ln>
                            <a:noFill/>
                          </a:ln>
                          <a:solidFill>
                            <a:schemeClr val="bg1"/>
                          </a:solidFill>
                          <a:effectLst/>
                          <a:latin typeface="Tahoma" pitchFamily="34" charset="0"/>
                        </a:rPr>
                        <a:t>(intoxication)</a:t>
                      </a:r>
                    </a:p>
                  </a:txBody>
                  <a:tcPr horzOverflow="overflow">
                    <a:lnL w="12700" cap="flat" cmpd="sng" algn="ctr">
                      <a:solidFill>
                        <a:srgbClr val="FF9933"/>
                      </a:solidFill>
                      <a:prstDash val="solid"/>
                      <a:round/>
                      <a:headEnd type="none" w="med" len="med"/>
                      <a:tailEnd type="none" w="med" len="med"/>
                    </a:lnL>
                    <a:lnR w="12700" cap="flat" cmpd="sng" algn="ctr">
                      <a:solidFill>
                        <a:srgbClr val="FF9933"/>
                      </a:solidFill>
                      <a:prstDash val="solid"/>
                      <a:round/>
                      <a:headEnd type="none" w="med" len="med"/>
                      <a:tailEnd type="none" w="med" len="med"/>
                    </a:lnR>
                    <a:lnT w="38100" cap="flat" cmpd="sng" algn="ctr">
                      <a:solidFill>
                        <a:srgbClr val="FF6600"/>
                      </a:solidFill>
                      <a:prstDash val="solid"/>
                      <a:round/>
                      <a:headEnd type="none" w="med" len="med"/>
                      <a:tailEnd type="none" w="med" len="med"/>
                    </a:lnT>
                    <a:lnB w="12700" cap="flat" cmpd="sng" algn="ctr">
                      <a:solidFill>
                        <a:srgbClr val="FF9933"/>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400" b="0" i="0" u="none" strike="noStrike" cap="none" normalizeH="0" baseline="0">
                          <a:ln>
                            <a:noFill/>
                          </a:ln>
                          <a:solidFill>
                            <a:schemeClr val="bg1"/>
                          </a:solidFill>
                          <a:effectLst/>
                          <a:latin typeface="Tahoma" pitchFamily="34" charset="0"/>
                        </a:rPr>
                        <a:t>Srama</a:t>
                      </a:r>
                    </a:p>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400" b="0" i="0" u="none" strike="noStrike" cap="none" normalizeH="0" baseline="0">
                          <a:ln>
                            <a:noFill/>
                          </a:ln>
                          <a:solidFill>
                            <a:schemeClr val="bg1"/>
                          </a:solidFill>
                          <a:effectLst/>
                          <a:latin typeface="Tahoma" pitchFamily="34" charset="0"/>
                        </a:rPr>
                        <a:t>(Fatigue)</a:t>
                      </a:r>
                    </a:p>
                  </a:txBody>
                  <a:tcPr horzOverflow="overflow">
                    <a:lnL w="12700" cap="flat" cmpd="sng" algn="ctr">
                      <a:solidFill>
                        <a:srgbClr val="FF9933"/>
                      </a:solidFill>
                      <a:prstDash val="solid"/>
                      <a:round/>
                      <a:headEnd type="none" w="med" len="med"/>
                      <a:tailEnd type="none" w="med" len="med"/>
                    </a:lnL>
                    <a:lnR w="38100" cap="flat" cmpd="sng" algn="ctr">
                      <a:solidFill>
                        <a:srgbClr val="FF6600"/>
                      </a:solidFill>
                      <a:prstDash val="solid"/>
                      <a:round/>
                      <a:headEnd type="none" w="med" len="med"/>
                      <a:tailEnd type="none" w="med" len="med"/>
                    </a:lnR>
                    <a:lnT w="38100" cap="flat" cmpd="sng" algn="ctr">
                      <a:solidFill>
                        <a:srgbClr val="FF6600"/>
                      </a:solidFill>
                      <a:prstDash val="solid"/>
                      <a:round/>
                      <a:headEnd type="none" w="med" len="med"/>
                      <a:tailEnd type="none" w="med" len="med"/>
                    </a:lnT>
                    <a:lnB w="12700" cap="flat" cmpd="sng" algn="ctr">
                      <a:solidFill>
                        <a:srgbClr val="FF9933"/>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848483">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400" b="0" i="0" u="none" strike="noStrike" cap="none" normalizeH="0" baseline="0">
                          <a:ln>
                            <a:noFill/>
                          </a:ln>
                          <a:solidFill>
                            <a:schemeClr val="bg1"/>
                          </a:solidFill>
                          <a:effectLst/>
                          <a:latin typeface="Tahoma" pitchFamily="34" charset="0"/>
                        </a:rPr>
                        <a:t>Alasya</a:t>
                      </a:r>
                    </a:p>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400" b="0" i="0" u="none" strike="noStrike" cap="none" normalizeH="0" baseline="0">
                          <a:ln>
                            <a:noFill/>
                          </a:ln>
                          <a:solidFill>
                            <a:schemeClr val="bg1"/>
                          </a:solidFill>
                          <a:effectLst/>
                          <a:latin typeface="Tahoma" pitchFamily="34" charset="0"/>
                        </a:rPr>
                        <a:t>(Laziness)</a:t>
                      </a:r>
                    </a:p>
                  </a:txBody>
                  <a:tcPr horzOverflow="overflow">
                    <a:lnL w="38100" cap="flat" cmpd="sng" algn="ctr">
                      <a:solidFill>
                        <a:srgbClr val="FF6600"/>
                      </a:solidFill>
                      <a:prstDash val="solid"/>
                      <a:round/>
                      <a:headEnd type="none" w="med" len="med"/>
                      <a:tailEnd type="none" w="med" len="med"/>
                    </a:lnL>
                    <a:lnR w="12700" cap="flat" cmpd="sng" algn="ctr">
                      <a:solidFill>
                        <a:srgbClr val="FF9933"/>
                      </a:solidFill>
                      <a:prstDash val="solid"/>
                      <a:round/>
                      <a:headEnd type="none" w="med" len="med"/>
                      <a:tailEnd type="none" w="med" len="med"/>
                    </a:lnR>
                    <a:lnT w="12700" cap="flat" cmpd="sng" algn="ctr">
                      <a:solidFill>
                        <a:srgbClr val="FF9933"/>
                      </a:solidFill>
                      <a:prstDash val="solid"/>
                      <a:round/>
                      <a:headEnd type="none" w="med" len="med"/>
                      <a:tailEnd type="none" w="med" len="med"/>
                    </a:lnT>
                    <a:lnB w="12700" cap="flat" cmpd="sng" algn="ctr">
                      <a:solidFill>
                        <a:srgbClr val="FF9933"/>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400" b="0" i="0" u="none" strike="noStrike" cap="none" normalizeH="0" baseline="0">
                          <a:ln>
                            <a:noFill/>
                          </a:ln>
                          <a:solidFill>
                            <a:schemeClr val="bg1"/>
                          </a:solidFill>
                          <a:effectLst/>
                          <a:latin typeface="Tahoma" pitchFamily="34" charset="0"/>
                        </a:rPr>
                        <a:t>Dainya</a:t>
                      </a:r>
                    </a:p>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400" b="0" i="0" u="none" strike="noStrike" cap="none" normalizeH="0" baseline="0">
                          <a:ln>
                            <a:noFill/>
                          </a:ln>
                          <a:solidFill>
                            <a:schemeClr val="bg1"/>
                          </a:solidFill>
                          <a:effectLst/>
                          <a:latin typeface="Tahoma" pitchFamily="34" charset="0"/>
                        </a:rPr>
                        <a:t>(Depression)</a:t>
                      </a:r>
                    </a:p>
                  </a:txBody>
                  <a:tcPr horzOverflow="overflow">
                    <a:lnL w="12700" cap="flat" cmpd="sng" algn="ctr">
                      <a:solidFill>
                        <a:srgbClr val="FF9933"/>
                      </a:solidFill>
                      <a:prstDash val="solid"/>
                      <a:round/>
                      <a:headEnd type="none" w="med" len="med"/>
                      <a:tailEnd type="none" w="med" len="med"/>
                    </a:lnL>
                    <a:lnR w="12700" cap="flat" cmpd="sng" algn="ctr">
                      <a:solidFill>
                        <a:srgbClr val="FF9933"/>
                      </a:solidFill>
                      <a:prstDash val="solid"/>
                      <a:round/>
                      <a:headEnd type="none" w="med" len="med"/>
                      <a:tailEnd type="none" w="med" len="med"/>
                    </a:lnR>
                    <a:lnT w="12700" cap="flat" cmpd="sng" algn="ctr">
                      <a:solidFill>
                        <a:srgbClr val="FF9933"/>
                      </a:solidFill>
                      <a:prstDash val="solid"/>
                      <a:round/>
                      <a:headEnd type="none" w="med" len="med"/>
                      <a:tailEnd type="none" w="med" len="med"/>
                    </a:lnT>
                    <a:lnB w="12700" cap="flat" cmpd="sng" algn="ctr">
                      <a:solidFill>
                        <a:srgbClr val="FF9933"/>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400" b="0" i="0" u="none" strike="noStrike" cap="none" normalizeH="0" baseline="0">
                          <a:ln>
                            <a:noFill/>
                          </a:ln>
                          <a:solidFill>
                            <a:schemeClr val="bg1"/>
                          </a:solidFill>
                          <a:effectLst/>
                          <a:latin typeface="Tahoma" pitchFamily="34" charset="0"/>
                        </a:rPr>
                        <a:t>Cinta</a:t>
                      </a:r>
                    </a:p>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400" b="0" i="0" u="none" strike="noStrike" cap="none" normalizeH="0" baseline="0">
                          <a:ln>
                            <a:noFill/>
                          </a:ln>
                          <a:solidFill>
                            <a:schemeClr val="bg1"/>
                          </a:solidFill>
                          <a:effectLst/>
                          <a:latin typeface="Tahoma" pitchFamily="34" charset="0"/>
                        </a:rPr>
                        <a:t>(worry)</a:t>
                      </a:r>
                    </a:p>
                  </a:txBody>
                  <a:tcPr horzOverflow="overflow">
                    <a:lnL w="12700" cap="flat" cmpd="sng" algn="ctr">
                      <a:solidFill>
                        <a:srgbClr val="FF9933"/>
                      </a:solidFill>
                      <a:prstDash val="solid"/>
                      <a:round/>
                      <a:headEnd type="none" w="med" len="med"/>
                      <a:tailEnd type="none" w="med" len="med"/>
                    </a:lnL>
                    <a:lnR w="12700" cap="flat" cmpd="sng" algn="ctr">
                      <a:solidFill>
                        <a:srgbClr val="FF9933"/>
                      </a:solidFill>
                      <a:prstDash val="solid"/>
                      <a:round/>
                      <a:headEnd type="none" w="med" len="med"/>
                      <a:tailEnd type="none" w="med" len="med"/>
                    </a:lnR>
                    <a:lnT w="12700" cap="flat" cmpd="sng" algn="ctr">
                      <a:solidFill>
                        <a:srgbClr val="FF9933"/>
                      </a:solidFill>
                      <a:prstDash val="solid"/>
                      <a:round/>
                      <a:headEnd type="none" w="med" len="med"/>
                      <a:tailEnd type="none" w="med" len="med"/>
                    </a:lnT>
                    <a:lnB w="12700" cap="flat" cmpd="sng" algn="ctr">
                      <a:solidFill>
                        <a:srgbClr val="FF9933"/>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400" b="0" i="0" u="none" strike="noStrike" cap="none" normalizeH="0" baseline="0">
                          <a:ln>
                            <a:noFill/>
                          </a:ln>
                          <a:solidFill>
                            <a:schemeClr val="bg1"/>
                          </a:solidFill>
                          <a:effectLst/>
                          <a:latin typeface="Tahoma" pitchFamily="34" charset="0"/>
                        </a:rPr>
                        <a:t>Moha</a:t>
                      </a:r>
                    </a:p>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400" b="0" i="0" u="none" strike="noStrike" cap="none" normalizeH="0" baseline="0">
                          <a:ln>
                            <a:noFill/>
                          </a:ln>
                          <a:solidFill>
                            <a:schemeClr val="bg1"/>
                          </a:solidFill>
                          <a:effectLst/>
                          <a:latin typeface="Tahoma" pitchFamily="34" charset="0"/>
                        </a:rPr>
                        <a:t>(confusion)</a:t>
                      </a:r>
                    </a:p>
                  </a:txBody>
                  <a:tcPr horzOverflow="overflow">
                    <a:lnL w="12700" cap="flat" cmpd="sng" algn="ctr">
                      <a:solidFill>
                        <a:srgbClr val="FF9933"/>
                      </a:solidFill>
                      <a:prstDash val="solid"/>
                      <a:round/>
                      <a:headEnd type="none" w="med" len="med"/>
                      <a:tailEnd type="none" w="med" len="med"/>
                    </a:lnL>
                    <a:lnR w="12700" cap="flat" cmpd="sng" algn="ctr">
                      <a:solidFill>
                        <a:srgbClr val="FF9933"/>
                      </a:solidFill>
                      <a:prstDash val="solid"/>
                      <a:round/>
                      <a:headEnd type="none" w="med" len="med"/>
                      <a:tailEnd type="none" w="med" len="med"/>
                    </a:lnR>
                    <a:lnT w="12700" cap="flat" cmpd="sng" algn="ctr">
                      <a:solidFill>
                        <a:srgbClr val="FF9933"/>
                      </a:solidFill>
                      <a:prstDash val="solid"/>
                      <a:round/>
                      <a:headEnd type="none" w="med" len="med"/>
                      <a:tailEnd type="none" w="med" len="med"/>
                    </a:lnT>
                    <a:lnB w="12700" cap="flat" cmpd="sng" algn="ctr">
                      <a:solidFill>
                        <a:srgbClr val="FF9933"/>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400" b="0" i="0" u="none" strike="noStrike" cap="none" normalizeH="0" baseline="0">
                          <a:ln>
                            <a:noFill/>
                          </a:ln>
                          <a:solidFill>
                            <a:schemeClr val="bg1"/>
                          </a:solidFill>
                          <a:effectLst/>
                          <a:latin typeface="Tahoma" pitchFamily="34" charset="0"/>
                        </a:rPr>
                        <a:t>Smrti</a:t>
                      </a:r>
                    </a:p>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400" b="0" i="0" u="none" strike="noStrike" cap="none" normalizeH="0" baseline="0">
                          <a:ln>
                            <a:noFill/>
                          </a:ln>
                          <a:solidFill>
                            <a:schemeClr val="bg1"/>
                          </a:solidFill>
                          <a:effectLst/>
                          <a:latin typeface="Tahoma" pitchFamily="34" charset="0"/>
                        </a:rPr>
                        <a:t>(Rememberance)</a:t>
                      </a:r>
                    </a:p>
                  </a:txBody>
                  <a:tcPr horzOverflow="overflow">
                    <a:lnL w="12700" cap="flat" cmpd="sng" algn="ctr">
                      <a:solidFill>
                        <a:srgbClr val="FF9933"/>
                      </a:solidFill>
                      <a:prstDash val="solid"/>
                      <a:round/>
                      <a:headEnd type="none" w="med" len="med"/>
                      <a:tailEnd type="none" w="med" len="med"/>
                    </a:lnL>
                    <a:lnR w="12700" cap="flat" cmpd="sng" algn="ctr">
                      <a:solidFill>
                        <a:srgbClr val="FF9933"/>
                      </a:solidFill>
                      <a:prstDash val="solid"/>
                      <a:round/>
                      <a:headEnd type="none" w="med" len="med"/>
                      <a:tailEnd type="none" w="med" len="med"/>
                    </a:lnR>
                    <a:lnT w="12700" cap="flat" cmpd="sng" algn="ctr">
                      <a:solidFill>
                        <a:srgbClr val="FF9933"/>
                      </a:solidFill>
                      <a:prstDash val="solid"/>
                      <a:round/>
                      <a:headEnd type="none" w="med" len="med"/>
                      <a:tailEnd type="none" w="med" len="med"/>
                    </a:lnT>
                    <a:lnB w="12700" cap="flat" cmpd="sng" algn="ctr">
                      <a:solidFill>
                        <a:srgbClr val="FF9933"/>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400" b="0" i="0" u="none" strike="noStrike" cap="none" normalizeH="0" baseline="0">
                          <a:ln>
                            <a:noFill/>
                          </a:ln>
                          <a:solidFill>
                            <a:schemeClr val="bg1"/>
                          </a:solidFill>
                          <a:effectLst/>
                          <a:latin typeface="Tahoma" pitchFamily="34" charset="0"/>
                        </a:rPr>
                        <a:t>Dhrti</a:t>
                      </a:r>
                    </a:p>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400" b="0" i="0" u="none" strike="noStrike" cap="none" normalizeH="0" baseline="0">
                          <a:ln>
                            <a:noFill/>
                          </a:ln>
                          <a:solidFill>
                            <a:schemeClr val="bg1"/>
                          </a:solidFill>
                          <a:effectLst/>
                          <a:latin typeface="Tahoma" pitchFamily="34" charset="0"/>
                        </a:rPr>
                        <a:t>(Peace of mind)</a:t>
                      </a:r>
                    </a:p>
                  </a:txBody>
                  <a:tcPr horzOverflow="overflow">
                    <a:lnL w="12700" cap="flat" cmpd="sng" algn="ctr">
                      <a:solidFill>
                        <a:srgbClr val="FF9933"/>
                      </a:solidFill>
                      <a:prstDash val="solid"/>
                      <a:round/>
                      <a:headEnd type="none" w="med" len="med"/>
                      <a:tailEnd type="none" w="med" len="med"/>
                    </a:lnL>
                    <a:lnR w="38100" cap="flat" cmpd="sng" algn="ctr">
                      <a:solidFill>
                        <a:srgbClr val="FF6600"/>
                      </a:solidFill>
                      <a:prstDash val="solid"/>
                      <a:round/>
                      <a:headEnd type="none" w="med" len="med"/>
                      <a:tailEnd type="none" w="med" len="med"/>
                    </a:lnR>
                    <a:lnT w="12700" cap="flat" cmpd="sng" algn="ctr">
                      <a:solidFill>
                        <a:srgbClr val="FF9933"/>
                      </a:solidFill>
                      <a:prstDash val="solid"/>
                      <a:round/>
                      <a:headEnd type="none" w="med" len="med"/>
                      <a:tailEnd type="none" w="med" len="med"/>
                    </a:lnT>
                    <a:lnB w="12700" cap="flat" cmpd="sng" algn="ctr">
                      <a:solidFill>
                        <a:srgbClr val="FF9933"/>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848483">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400" b="0" i="0" u="none" strike="noStrike" cap="none" normalizeH="0" baseline="0">
                          <a:ln>
                            <a:noFill/>
                          </a:ln>
                          <a:solidFill>
                            <a:schemeClr val="bg1"/>
                          </a:solidFill>
                          <a:effectLst/>
                          <a:latin typeface="Tahoma" pitchFamily="34" charset="0"/>
                        </a:rPr>
                        <a:t>Vrida</a:t>
                      </a:r>
                    </a:p>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400" b="0" i="0" u="none" strike="noStrike" cap="none" normalizeH="0" baseline="0">
                          <a:ln>
                            <a:noFill/>
                          </a:ln>
                          <a:solidFill>
                            <a:schemeClr val="bg1"/>
                          </a:solidFill>
                          <a:effectLst/>
                          <a:latin typeface="Tahoma" pitchFamily="34" charset="0"/>
                        </a:rPr>
                        <a:t>(Shame)</a:t>
                      </a:r>
                    </a:p>
                  </a:txBody>
                  <a:tcPr horzOverflow="overflow">
                    <a:lnL w="38100" cap="flat" cmpd="sng" algn="ctr">
                      <a:solidFill>
                        <a:srgbClr val="FF6600"/>
                      </a:solidFill>
                      <a:prstDash val="solid"/>
                      <a:round/>
                      <a:headEnd type="none" w="med" len="med"/>
                      <a:tailEnd type="none" w="med" len="med"/>
                    </a:lnL>
                    <a:lnR w="12700" cap="flat" cmpd="sng" algn="ctr">
                      <a:solidFill>
                        <a:srgbClr val="FF9933"/>
                      </a:solidFill>
                      <a:prstDash val="solid"/>
                      <a:round/>
                      <a:headEnd type="none" w="med" len="med"/>
                      <a:tailEnd type="none" w="med" len="med"/>
                    </a:lnR>
                    <a:lnT w="12700" cap="flat" cmpd="sng" algn="ctr">
                      <a:solidFill>
                        <a:srgbClr val="FF9933"/>
                      </a:solidFill>
                      <a:prstDash val="solid"/>
                      <a:round/>
                      <a:headEnd type="none" w="med" len="med"/>
                      <a:tailEnd type="none" w="med" len="med"/>
                    </a:lnT>
                    <a:lnB w="12700" cap="flat" cmpd="sng" algn="ctr">
                      <a:solidFill>
                        <a:srgbClr val="FF9933"/>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400" b="0" i="0" u="none" strike="noStrike" cap="none" normalizeH="0" baseline="0">
                          <a:ln>
                            <a:noFill/>
                          </a:ln>
                          <a:solidFill>
                            <a:schemeClr val="bg1"/>
                          </a:solidFill>
                          <a:effectLst/>
                          <a:latin typeface="Tahoma" pitchFamily="34" charset="0"/>
                        </a:rPr>
                        <a:t>Capalata</a:t>
                      </a:r>
                    </a:p>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400" b="0" i="0" u="none" strike="noStrike" cap="none" normalizeH="0" baseline="0">
                          <a:ln>
                            <a:noFill/>
                          </a:ln>
                          <a:solidFill>
                            <a:schemeClr val="bg1"/>
                          </a:solidFill>
                          <a:effectLst/>
                          <a:latin typeface="Tahoma" pitchFamily="34" charset="0"/>
                        </a:rPr>
                        <a:t>(Rashness)</a:t>
                      </a:r>
                    </a:p>
                  </a:txBody>
                  <a:tcPr horzOverflow="overflow">
                    <a:lnL w="12700" cap="flat" cmpd="sng" algn="ctr">
                      <a:solidFill>
                        <a:srgbClr val="FF9933"/>
                      </a:solidFill>
                      <a:prstDash val="solid"/>
                      <a:round/>
                      <a:headEnd type="none" w="med" len="med"/>
                      <a:tailEnd type="none" w="med" len="med"/>
                    </a:lnL>
                    <a:lnR w="12700" cap="flat" cmpd="sng" algn="ctr">
                      <a:solidFill>
                        <a:srgbClr val="FF9933"/>
                      </a:solidFill>
                      <a:prstDash val="solid"/>
                      <a:round/>
                      <a:headEnd type="none" w="med" len="med"/>
                      <a:tailEnd type="none" w="med" len="med"/>
                    </a:lnR>
                    <a:lnT w="12700" cap="flat" cmpd="sng" algn="ctr">
                      <a:solidFill>
                        <a:srgbClr val="FF9933"/>
                      </a:solidFill>
                      <a:prstDash val="solid"/>
                      <a:round/>
                      <a:headEnd type="none" w="med" len="med"/>
                      <a:tailEnd type="none" w="med" len="med"/>
                    </a:lnT>
                    <a:lnB w="12700" cap="flat" cmpd="sng" algn="ctr">
                      <a:solidFill>
                        <a:srgbClr val="FF9933"/>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400" b="0" i="0" u="none" strike="noStrike" cap="none" normalizeH="0" baseline="0">
                          <a:ln>
                            <a:noFill/>
                          </a:ln>
                          <a:solidFill>
                            <a:schemeClr val="bg1"/>
                          </a:solidFill>
                          <a:effectLst/>
                          <a:latin typeface="Tahoma" pitchFamily="34" charset="0"/>
                        </a:rPr>
                        <a:t>Harsa</a:t>
                      </a:r>
                    </a:p>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400" b="0" i="0" u="none" strike="noStrike" cap="none" normalizeH="0" baseline="0">
                          <a:ln>
                            <a:noFill/>
                          </a:ln>
                          <a:solidFill>
                            <a:schemeClr val="bg1"/>
                          </a:solidFill>
                          <a:effectLst/>
                          <a:latin typeface="Tahoma" pitchFamily="34" charset="0"/>
                        </a:rPr>
                        <a:t>(Joy)</a:t>
                      </a:r>
                    </a:p>
                  </a:txBody>
                  <a:tcPr horzOverflow="overflow">
                    <a:lnL w="12700" cap="flat" cmpd="sng" algn="ctr">
                      <a:solidFill>
                        <a:srgbClr val="FF9933"/>
                      </a:solidFill>
                      <a:prstDash val="solid"/>
                      <a:round/>
                      <a:headEnd type="none" w="med" len="med"/>
                      <a:tailEnd type="none" w="med" len="med"/>
                    </a:lnL>
                    <a:lnR w="12700" cap="flat" cmpd="sng" algn="ctr">
                      <a:solidFill>
                        <a:srgbClr val="FF9933"/>
                      </a:solidFill>
                      <a:prstDash val="solid"/>
                      <a:round/>
                      <a:headEnd type="none" w="med" len="med"/>
                      <a:tailEnd type="none" w="med" len="med"/>
                    </a:lnR>
                    <a:lnT w="12700" cap="flat" cmpd="sng" algn="ctr">
                      <a:solidFill>
                        <a:srgbClr val="FF9933"/>
                      </a:solidFill>
                      <a:prstDash val="solid"/>
                      <a:round/>
                      <a:headEnd type="none" w="med" len="med"/>
                      <a:tailEnd type="none" w="med" len="med"/>
                    </a:lnT>
                    <a:lnB w="12700" cap="flat" cmpd="sng" algn="ctr">
                      <a:solidFill>
                        <a:srgbClr val="FF9933"/>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400" b="0" i="0" u="none" strike="noStrike" cap="none" normalizeH="0" baseline="0" dirty="0" err="1">
                          <a:ln>
                            <a:noFill/>
                          </a:ln>
                          <a:solidFill>
                            <a:schemeClr val="bg1"/>
                          </a:solidFill>
                          <a:effectLst/>
                          <a:latin typeface="Tahoma" pitchFamily="34" charset="0"/>
                        </a:rPr>
                        <a:t>Avega</a:t>
                      </a:r>
                      <a:endParaRPr kumimoji="0" lang="en-US" sz="1400" b="0" i="0" u="none" strike="noStrike" cap="none" normalizeH="0" baseline="0" dirty="0">
                        <a:ln>
                          <a:noFill/>
                        </a:ln>
                        <a:solidFill>
                          <a:schemeClr val="bg1"/>
                        </a:solidFill>
                        <a:effectLst/>
                        <a:latin typeface="Tahoma" pitchFamily="34" charset="0"/>
                      </a:endParaRPr>
                    </a:p>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400" b="0" i="0" u="none" strike="noStrike" cap="none" normalizeH="0" baseline="0" dirty="0">
                          <a:ln>
                            <a:noFill/>
                          </a:ln>
                          <a:solidFill>
                            <a:schemeClr val="bg1"/>
                          </a:solidFill>
                          <a:effectLst/>
                          <a:latin typeface="Tahoma" pitchFamily="34" charset="0"/>
                        </a:rPr>
                        <a:t>(panic)</a:t>
                      </a:r>
                    </a:p>
                  </a:txBody>
                  <a:tcPr horzOverflow="overflow">
                    <a:lnL w="12700" cap="flat" cmpd="sng" algn="ctr">
                      <a:solidFill>
                        <a:srgbClr val="FF9933"/>
                      </a:solidFill>
                      <a:prstDash val="solid"/>
                      <a:round/>
                      <a:headEnd type="none" w="med" len="med"/>
                      <a:tailEnd type="none" w="med" len="med"/>
                    </a:lnL>
                    <a:lnR w="12700" cap="flat" cmpd="sng" algn="ctr">
                      <a:solidFill>
                        <a:srgbClr val="FF9933"/>
                      </a:solidFill>
                      <a:prstDash val="solid"/>
                      <a:round/>
                      <a:headEnd type="none" w="med" len="med"/>
                      <a:tailEnd type="none" w="med" len="med"/>
                    </a:lnR>
                    <a:lnT w="12700" cap="flat" cmpd="sng" algn="ctr">
                      <a:solidFill>
                        <a:srgbClr val="FF9933"/>
                      </a:solidFill>
                      <a:prstDash val="solid"/>
                      <a:round/>
                      <a:headEnd type="none" w="med" len="med"/>
                      <a:tailEnd type="none" w="med" len="med"/>
                    </a:lnT>
                    <a:lnB w="12700" cap="flat" cmpd="sng" algn="ctr">
                      <a:solidFill>
                        <a:srgbClr val="FF9933"/>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400" b="0" i="0" u="none" strike="noStrike" cap="none" normalizeH="0" baseline="0">
                          <a:ln>
                            <a:noFill/>
                          </a:ln>
                          <a:solidFill>
                            <a:schemeClr val="bg1"/>
                          </a:solidFill>
                          <a:effectLst/>
                          <a:latin typeface="Tahoma" pitchFamily="34" charset="0"/>
                        </a:rPr>
                        <a:t>Jadata</a:t>
                      </a:r>
                    </a:p>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400" b="0" i="0" u="none" strike="noStrike" cap="none" normalizeH="0" baseline="0">
                          <a:ln>
                            <a:noFill/>
                          </a:ln>
                          <a:solidFill>
                            <a:schemeClr val="bg1"/>
                          </a:solidFill>
                          <a:effectLst/>
                          <a:latin typeface="Tahoma" pitchFamily="34" charset="0"/>
                        </a:rPr>
                        <a:t>(Lifelessness)</a:t>
                      </a:r>
                    </a:p>
                  </a:txBody>
                  <a:tcPr horzOverflow="overflow">
                    <a:lnL w="12700" cap="flat" cmpd="sng" algn="ctr">
                      <a:solidFill>
                        <a:srgbClr val="FF9933"/>
                      </a:solidFill>
                      <a:prstDash val="solid"/>
                      <a:round/>
                      <a:headEnd type="none" w="med" len="med"/>
                      <a:tailEnd type="none" w="med" len="med"/>
                    </a:lnL>
                    <a:lnR w="12700" cap="flat" cmpd="sng" algn="ctr">
                      <a:solidFill>
                        <a:srgbClr val="FF9933"/>
                      </a:solidFill>
                      <a:prstDash val="solid"/>
                      <a:round/>
                      <a:headEnd type="none" w="med" len="med"/>
                      <a:tailEnd type="none" w="med" len="med"/>
                    </a:lnR>
                    <a:lnT w="12700" cap="flat" cmpd="sng" algn="ctr">
                      <a:solidFill>
                        <a:srgbClr val="FF9933"/>
                      </a:solidFill>
                      <a:prstDash val="solid"/>
                      <a:round/>
                      <a:headEnd type="none" w="med" len="med"/>
                      <a:tailEnd type="none" w="med" len="med"/>
                    </a:lnT>
                    <a:lnB w="12700" cap="flat" cmpd="sng" algn="ctr">
                      <a:solidFill>
                        <a:srgbClr val="FF9933"/>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400" b="0" i="0" u="none" strike="noStrike" cap="none" normalizeH="0" baseline="0">
                          <a:ln>
                            <a:noFill/>
                          </a:ln>
                          <a:solidFill>
                            <a:schemeClr val="bg1"/>
                          </a:solidFill>
                          <a:effectLst/>
                          <a:latin typeface="Tahoma" pitchFamily="34" charset="0"/>
                        </a:rPr>
                        <a:t>Garva</a:t>
                      </a:r>
                    </a:p>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400" b="0" i="0" u="none" strike="noStrike" cap="none" normalizeH="0" baseline="0">
                          <a:ln>
                            <a:noFill/>
                          </a:ln>
                          <a:solidFill>
                            <a:schemeClr val="bg1"/>
                          </a:solidFill>
                          <a:effectLst/>
                          <a:latin typeface="Tahoma" pitchFamily="34" charset="0"/>
                        </a:rPr>
                        <a:t>(pride)</a:t>
                      </a:r>
                    </a:p>
                  </a:txBody>
                  <a:tcPr horzOverflow="overflow">
                    <a:lnL w="12700" cap="flat" cmpd="sng" algn="ctr">
                      <a:solidFill>
                        <a:srgbClr val="FF9933"/>
                      </a:solidFill>
                      <a:prstDash val="solid"/>
                      <a:round/>
                      <a:headEnd type="none" w="med" len="med"/>
                      <a:tailEnd type="none" w="med" len="med"/>
                    </a:lnL>
                    <a:lnR w="38100" cap="flat" cmpd="sng" algn="ctr">
                      <a:solidFill>
                        <a:srgbClr val="FF6600"/>
                      </a:solidFill>
                      <a:prstDash val="solid"/>
                      <a:round/>
                      <a:headEnd type="none" w="med" len="med"/>
                      <a:tailEnd type="none" w="med" len="med"/>
                    </a:lnR>
                    <a:lnT w="12700" cap="flat" cmpd="sng" algn="ctr">
                      <a:solidFill>
                        <a:srgbClr val="FF9933"/>
                      </a:solidFill>
                      <a:prstDash val="solid"/>
                      <a:round/>
                      <a:headEnd type="none" w="med" len="med"/>
                      <a:tailEnd type="none" w="med" len="med"/>
                    </a:lnT>
                    <a:lnB w="12700" cap="flat" cmpd="sng" algn="ctr">
                      <a:solidFill>
                        <a:srgbClr val="FF9933"/>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848483">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400" b="0" i="0" u="none" strike="noStrike" cap="none" normalizeH="0" baseline="0">
                          <a:ln>
                            <a:noFill/>
                          </a:ln>
                          <a:solidFill>
                            <a:schemeClr val="bg1"/>
                          </a:solidFill>
                          <a:effectLst/>
                          <a:latin typeface="Tahoma" pitchFamily="34" charset="0"/>
                        </a:rPr>
                        <a:t>Visada</a:t>
                      </a:r>
                    </a:p>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400" b="0" i="0" u="none" strike="noStrike" cap="none" normalizeH="0" baseline="0">
                          <a:ln>
                            <a:noFill/>
                          </a:ln>
                          <a:solidFill>
                            <a:schemeClr val="bg1"/>
                          </a:solidFill>
                          <a:effectLst/>
                          <a:latin typeface="Tahoma" pitchFamily="34" charset="0"/>
                        </a:rPr>
                        <a:t>(Dejection)</a:t>
                      </a:r>
                    </a:p>
                  </a:txBody>
                  <a:tcPr horzOverflow="overflow">
                    <a:lnL w="38100" cap="flat" cmpd="sng" algn="ctr">
                      <a:solidFill>
                        <a:srgbClr val="FF6600"/>
                      </a:solidFill>
                      <a:prstDash val="solid"/>
                      <a:round/>
                      <a:headEnd type="none" w="med" len="med"/>
                      <a:tailEnd type="none" w="med" len="med"/>
                    </a:lnL>
                    <a:lnR w="12700" cap="flat" cmpd="sng" algn="ctr">
                      <a:solidFill>
                        <a:srgbClr val="FF9933"/>
                      </a:solidFill>
                      <a:prstDash val="solid"/>
                      <a:round/>
                      <a:headEnd type="none" w="med" len="med"/>
                      <a:tailEnd type="none" w="med" len="med"/>
                    </a:lnR>
                    <a:lnT w="12700" cap="flat" cmpd="sng" algn="ctr">
                      <a:solidFill>
                        <a:srgbClr val="FF9933"/>
                      </a:solidFill>
                      <a:prstDash val="solid"/>
                      <a:round/>
                      <a:headEnd type="none" w="med" len="med"/>
                      <a:tailEnd type="none" w="med" len="med"/>
                    </a:lnT>
                    <a:lnB w="12700" cap="flat" cmpd="sng" algn="ctr">
                      <a:solidFill>
                        <a:srgbClr val="FF9933"/>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400" b="0" i="0" u="none" strike="noStrike" cap="none" normalizeH="0" baseline="0">
                          <a:ln>
                            <a:noFill/>
                          </a:ln>
                          <a:solidFill>
                            <a:schemeClr val="bg1"/>
                          </a:solidFill>
                          <a:effectLst/>
                          <a:latin typeface="Tahoma" pitchFamily="34" charset="0"/>
                        </a:rPr>
                        <a:t>Autsukya</a:t>
                      </a:r>
                    </a:p>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400" b="0" i="0" u="none" strike="noStrike" cap="none" normalizeH="0" baseline="0">
                          <a:ln>
                            <a:noFill/>
                          </a:ln>
                          <a:solidFill>
                            <a:schemeClr val="bg1"/>
                          </a:solidFill>
                          <a:effectLst/>
                          <a:latin typeface="Tahoma" pitchFamily="34" charset="0"/>
                        </a:rPr>
                        <a:t>(Longing)</a:t>
                      </a:r>
                    </a:p>
                  </a:txBody>
                  <a:tcPr horzOverflow="overflow">
                    <a:lnL w="12700" cap="flat" cmpd="sng" algn="ctr">
                      <a:solidFill>
                        <a:srgbClr val="FF9933"/>
                      </a:solidFill>
                      <a:prstDash val="solid"/>
                      <a:round/>
                      <a:headEnd type="none" w="med" len="med"/>
                      <a:tailEnd type="none" w="med" len="med"/>
                    </a:lnL>
                    <a:lnR w="12700" cap="flat" cmpd="sng" algn="ctr">
                      <a:solidFill>
                        <a:srgbClr val="FF9933"/>
                      </a:solidFill>
                      <a:prstDash val="solid"/>
                      <a:round/>
                      <a:headEnd type="none" w="med" len="med"/>
                      <a:tailEnd type="none" w="med" len="med"/>
                    </a:lnR>
                    <a:lnT w="12700" cap="flat" cmpd="sng" algn="ctr">
                      <a:solidFill>
                        <a:srgbClr val="FF9933"/>
                      </a:solidFill>
                      <a:prstDash val="solid"/>
                      <a:round/>
                      <a:headEnd type="none" w="med" len="med"/>
                      <a:tailEnd type="none" w="med" len="med"/>
                    </a:lnT>
                    <a:lnB w="12700" cap="flat" cmpd="sng" algn="ctr">
                      <a:solidFill>
                        <a:srgbClr val="FF9933"/>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400" b="0" i="0" u="none" strike="noStrike" cap="none" normalizeH="0" baseline="0">
                          <a:ln>
                            <a:noFill/>
                          </a:ln>
                          <a:solidFill>
                            <a:schemeClr val="bg1"/>
                          </a:solidFill>
                          <a:effectLst/>
                          <a:latin typeface="Tahoma" pitchFamily="34" charset="0"/>
                        </a:rPr>
                        <a:t>Nidra</a:t>
                      </a:r>
                    </a:p>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400" b="0" i="0" u="none" strike="noStrike" cap="none" normalizeH="0" baseline="0">
                          <a:ln>
                            <a:noFill/>
                          </a:ln>
                          <a:solidFill>
                            <a:schemeClr val="bg1"/>
                          </a:solidFill>
                          <a:effectLst/>
                          <a:latin typeface="Tahoma" pitchFamily="34" charset="0"/>
                        </a:rPr>
                        <a:t>(Sleeping)</a:t>
                      </a:r>
                    </a:p>
                  </a:txBody>
                  <a:tcPr horzOverflow="overflow">
                    <a:lnL w="12700" cap="flat" cmpd="sng" algn="ctr">
                      <a:solidFill>
                        <a:srgbClr val="FF9933"/>
                      </a:solidFill>
                      <a:prstDash val="solid"/>
                      <a:round/>
                      <a:headEnd type="none" w="med" len="med"/>
                      <a:tailEnd type="none" w="med" len="med"/>
                    </a:lnL>
                    <a:lnR w="12700" cap="flat" cmpd="sng" algn="ctr">
                      <a:solidFill>
                        <a:srgbClr val="FF9933"/>
                      </a:solidFill>
                      <a:prstDash val="solid"/>
                      <a:round/>
                      <a:headEnd type="none" w="med" len="med"/>
                      <a:tailEnd type="none" w="med" len="med"/>
                    </a:lnR>
                    <a:lnT w="12700" cap="flat" cmpd="sng" algn="ctr">
                      <a:solidFill>
                        <a:srgbClr val="FF9933"/>
                      </a:solidFill>
                      <a:prstDash val="solid"/>
                      <a:round/>
                      <a:headEnd type="none" w="med" len="med"/>
                      <a:tailEnd type="none" w="med" len="med"/>
                    </a:lnT>
                    <a:lnB w="12700" cap="flat" cmpd="sng" algn="ctr">
                      <a:solidFill>
                        <a:srgbClr val="FF9933"/>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400" b="0" i="0" u="none" strike="noStrike" cap="none" normalizeH="0" baseline="0">
                          <a:ln>
                            <a:noFill/>
                          </a:ln>
                          <a:solidFill>
                            <a:schemeClr val="bg1"/>
                          </a:solidFill>
                          <a:effectLst/>
                          <a:latin typeface="Tahoma" pitchFamily="34" charset="0"/>
                        </a:rPr>
                        <a:t>Apasmara</a:t>
                      </a:r>
                    </a:p>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400" b="0" i="0" u="none" strike="noStrike" cap="none" normalizeH="0" baseline="0">
                          <a:ln>
                            <a:noFill/>
                          </a:ln>
                          <a:solidFill>
                            <a:schemeClr val="bg1"/>
                          </a:solidFill>
                          <a:effectLst/>
                          <a:latin typeface="Tahoma" pitchFamily="34" charset="0"/>
                        </a:rPr>
                        <a:t>(Apoplexy)</a:t>
                      </a:r>
                    </a:p>
                  </a:txBody>
                  <a:tcPr horzOverflow="overflow">
                    <a:lnL w="12700" cap="flat" cmpd="sng" algn="ctr">
                      <a:solidFill>
                        <a:srgbClr val="FF9933"/>
                      </a:solidFill>
                      <a:prstDash val="solid"/>
                      <a:round/>
                      <a:headEnd type="none" w="med" len="med"/>
                      <a:tailEnd type="none" w="med" len="med"/>
                    </a:lnL>
                    <a:lnR w="12700" cap="flat" cmpd="sng" algn="ctr">
                      <a:solidFill>
                        <a:srgbClr val="FF9933"/>
                      </a:solidFill>
                      <a:prstDash val="solid"/>
                      <a:round/>
                      <a:headEnd type="none" w="med" len="med"/>
                      <a:tailEnd type="none" w="med" len="med"/>
                    </a:lnR>
                    <a:lnT w="12700" cap="flat" cmpd="sng" algn="ctr">
                      <a:solidFill>
                        <a:srgbClr val="FF9933"/>
                      </a:solidFill>
                      <a:prstDash val="solid"/>
                      <a:round/>
                      <a:headEnd type="none" w="med" len="med"/>
                      <a:tailEnd type="none" w="med" len="med"/>
                    </a:lnT>
                    <a:lnB w="12700" cap="flat" cmpd="sng" algn="ctr">
                      <a:solidFill>
                        <a:srgbClr val="FF9933"/>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400" b="0" i="0" u="none" strike="noStrike" cap="none" normalizeH="0" baseline="0">
                          <a:ln>
                            <a:noFill/>
                          </a:ln>
                          <a:solidFill>
                            <a:schemeClr val="bg1"/>
                          </a:solidFill>
                          <a:effectLst/>
                          <a:latin typeface="Tahoma" pitchFamily="34" charset="0"/>
                        </a:rPr>
                        <a:t>Supta</a:t>
                      </a:r>
                    </a:p>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400" b="0" i="0" u="none" strike="noStrike" cap="none" normalizeH="0" baseline="0">
                          <a:ln>
                            <a:noFill/>
                          </a:ln>
                          <a:solidFill>
                            <a:schemeClr val="bg1"/>
                          </a:solidFill>
                          <a:effectLst/>
                          <a:latin typeface="Tahoma" pitchFamily="34" charset="0"/>
                        </a:rPr>
                        <a:t>(Dreaming)</a:t>
                      </a:r>
                    </a:p>
                  </a:txBody>
                  <a:tcPr horzOverflow="overflow">
                    <a:lnL w="12700" cap="flat" cmpd="sng" algn="ctr">
                      <a:solidFill>
                        <a:srgbClr val="FF9933"/>
                      </a:solidFill>
                      <a:prstDash val="solid"/>
                      <a:round/>
                      <a:headEnd type="none" w="med" len="med"/>
                      <a:tailEnd type="none" w="med" len="med"/>
                    </a:lnL>
                    <a:lnR w="12700" cap="flat" cmpd="sng" algn="ctr">
                      <a:solidFill>
                        <a:srgbClr val="FF9933"/>
                      </a:solidFill>
                      <a:prstDash val="solid"/>
                      <a:round/>
                      <a:headEnd type="none" w="med" len="med"/>
                      <a:tailEnd type="none" w="med" len="med"/>
                    </a:lnR>
                    <a:lnT w="12700" cap="flat" cmpd="sng" algn="ctr">
                      <a:solidFill>
                        <a:srgbClr val="FF9933"/>
                      </a:solidFill>
                      <a:prstDash val="solid"/>
                      <a:round/>
                      <a:headEnd type="none" w="med" len="med"/>
                      <a:tailEnd type="none" w="med" len="med"/>
                    </a:lnT>
                    <a:lnB w="12700" cap="flat" cmpd="sng" algn="ctr">
                      <a:solidFill>
                        <a:srgbClr val="FF9933"/>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400" b="0" i="0" u="none" strike="noStrike" cap="none" normalizeH="0" baseline="0">
                          <a:ln>
                            <a:noFill/>
                          </a:ln>
                          <a:solidFill>
                            <a:schemeClr val="bg1"/>
                          </a:solidFill>
                          <a:effectLst/>
                          <a:latin typeface="Tahoma" pitchFamily="34" charset="0"/>
                        </a:rPr>
                        <a:t>Vibodha</a:t>
                      </a:r>
                    </a:p>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400" b="0" i="0" u="none" strike="noStrike" cap="none" normalizeH="0" baseline="0">
                          <a:ln>
                            <a:noFill/>
                          </a:ln>
                          <a:solidFill>
                            <a:schemeClr val="bg1"/>
                          </a:solidFill>
                          <a:effectLst/>
                          <a:latin typeface="Tahoma" pitchFamily="34" charset="0"/>
                        </a:rPr>
                        <a:t>(Awakening)</a:t>
                      </a:r>
                    </a:p>
                  </a:txBody>
                  <a:tcPr horzOverflow="overflow">
                    <a:lnL w="12700" cap="flat" cmpd="sng" algn="ctr">
                      <a:solidFill>
                        <a:srgbClr val="FF9933"/>
                      </a:solidFill>
                      <a:prstDash val="solid"/>
                      <a:round/>
                      <a:headEnd type="none" w="med" len="med"/>
                      <a:tailEnd type="none" w="med" len="med"/>
                    </a:lnL>
                    <a:lnR w="38100" cap="flat" cmpd="sng" algn="ctr">
                      <a:solidFill>
                        <a:srgbClr val="FF6600"/>
                      </a:solidFill>
                      <a:prstDash val="solid"/>
                      <a:round/>
                      <a:headEnd type="none" w="med" len="med"/>
                      <a:tailEnd type="none" w="med" len="med"/>
                    </a:lnR>
                    <a:lnT w="12700" cap="flat" cmpd="sng" algn="ctr">
                      <a:solidFill>
                        <a:srgbClr val="FF9933"/>
                      </a:solidFill>
                      <a:prstDash val="solid"/>
                      <a:round/>
                      <a:headEnd type="none" w="med" len="med"/>
                      <a:tailEnd type="none" w="med" len="med"/>
                    </a:lnT>
                    <a:lnB w="12700" cap="flat" cmpd="sng" algn="ctr">
                      <a:solidFill>
                        <a:srgbClr val="FF9933"/>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848483">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400" b="0" i="0" u="none" strike="noStrike" cap="none" normalizeH="0" baseline="0">
                          <a:ln>
                            <a:noFill/>
                          </a:ln>
                          <a:solidFill>
                            <a:schemeClr val="bg1"/>
                          </a:solidFill>
                          <a:effectLst/>
                          <a:latin typeface="Tahoma" pitchFamily="34" charset="0"/>
                        </a:rPr>
                        <a:t>Amarsa</a:t>
                      </a:r>
                    </a:p>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400" b="0" i="0" u="none" strike="noStrike" cap="none" normalizeH="0" baseline="0">
                          <a:ln>
                            <a:noFill/>
                          </a:ln>
                          <a:solidFill>
                            <a:schemeClr val="bg1"/>
                          </a:solidFill>
                          <a:effectLst/>
                          <a:latin typeface="Tahoma" pitchFamily="34" charset="0"/>
                        </a:rPr>
                        <a:t>(Resentment)</a:t>
                      </a:r>
                    </a:p>
                  </a:txBody>
                  <a:tcPr horzOverflow="overflow">
                    <a:lnL w="38100" cap="flat" cmpd="sng" algn="ctr">
                      <a:solidFill>
                        <a:srgbClr val="FF6600"/>
                      </a:solidFill>
                      <a:prstDash val="solid"/>
                      <a:round/>
                      <a:headEnd type="none" w="med" len="med"/>
                      <a:tailEnd type="none" w="med" len="med"/>
                    </a:lnL>
                    <a:lnR w="12700" cap="flat" cmpd="sng" algn="ctr">
                      <a:solidFill>
                        <a:srgbClr val="FF9933"/>
                      </a:solidFill>
                      <a:prstDash val="solid"/>
                      <a:round/>
                      <a:headEnd type="none" w="med" len="med"/>
                      <a:tailEnd type="none" w="med" len="med"/>
                    </a:lnR>
                    <a:lnT w="12700" cap="flat" cmpd="sng" algn="ctr">
                      <a:solidFill>
                        <a:srgbClr val="FF9933"/>
                      </a:solidFill>
                      <a:prstDash val="solid"/>
                      <a:round/>
                      <a:headEnd type="none" w="med" len="med"/>
                      <a:tailEnd type="none" w="med" len="med"/>
                    </a:lnT>
                    <a:lnB w="12700" cap="flat" cmpd="sng" algn="ctr">
                      <a:solidFill>
                        <a:srgbClr val="FF9933"/>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400" b="0" i="0" u="none" strike="noStrike" cap="none" normalizeH="0" baseline="0">
                          <a:ln>
                            <a:noFill/>
                          </a:ln>
                          <a:solidFill>
                            <a:schemeClr val="bg1"/>
                          </a:solidFill>
                          <a:effectLst/>
                          <a:latin typeface="Tahoma" pitchFamily="34" charset="0"/>
                        </a:rPr>
                        <a:t>Avahittha</a:t>
                      </a:r>
                    </a:p>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400" b="0" i="0" u="none" strike="noStrike" cap="none" normalizeH="0" baseline="0">
                          <a:ln>
                            <a:noFill/>
                          </a:ln>
                          <a:solidFill>
                            <a:schemeClr val="bg1"/>
                          </a:solidFill>
                          <a:effectLst/>
                          <a:latin typeface="Tahoma" pitchFamily="34" charset="0"/>
                        </a:rPr>
                        <a:t>(Dissimultion)</a:t>
                      </a:r>
                    </a:p>
                  </a:txBody>
                  <a:tcPr horzOverflow="overflow">
                    <a:lnL w="12700" cap="flat" cmpd="sng" algn="ctr">
                      <a:solidFill>
                        <a:srgbClr val="FF9933"/>
                      </a:solidFill>
                      <a:prstDash val="solid"/>
                      <a:round/>
                      <a:headEnd type="none" w="med" len="med"/>
                      <a:tailEnd type="none" w="med" len="med"/>
                    </a:lnL>
                    <a:lnR w="12700" cap="flat" cmpd="sng" algn="ctr">
                      <a:solidFill>
                        <a:srgbClr val="FF9933"/>
                      </a:solidFill>
                      <a:prstDash val="solid"/>
                      <a:round/>
                      <a:headEnd type="none" w="med" len="med"/>
                      <a:tailEnd type="none" w="med" len="med"/>
                    </a:lnR>
                    <a:lnT w="12700" cap="flat" cmpd="sng" algn="ctr">
                      <a:solidFill>
                        <a:srgbClr val="FF9933"/>
                      </a:solidFill>
                      <a:prstDash val="solid"/>
                      <a:round/>
                      <a:headEnd type="none" w="med" len="med"/>
                      <a:tailEnd type="none" w="med" len="med"/>
                    </a:lnT>
                    <a:lnB w="12700" cap="flat" cmpd="sng" algn="ctr">
                      <a:solidFill>
                        <a:srgbClr val="FF9933"/>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400" b="0" i="0" u="none" strike="noStrike" cap="none" normalizeH="0" baseline="0">
                          <a:ln>
                            <a:noFill/>
                          </a:ln>
                          <a:solidFill>
                            <a:schemeClr val="bg1"/>
                          </a:solidFill>
                          <a:effectLst/>
                          <a:latin typeface="Tahoma" pitchFamily="34" charset="0"/>
                        </a:rPr>
                        <a:t>Ugrata</a:t>
                      </a:r>
                    </a:p>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400" b="0" i="0" u="none" strike="noStrike" cap="none" normalizeH="0" baseline="0">
                          <a:ln>
                            <a:noFill/>
                          </a:ln>
                          <a:solidFill>
                            <a:schemeClr val="bg1"/>
                          </a:solidFill>
                          <a:effectLst/>
                          <a:latin typeface="Tahoma" pitchFamily="34" charset="0"/>
                        </a:rPr>
                        <a:t>(Violence)</a:t>
                      </a:r>
                    </a:p>
                  </a:txBody>
                  <a:tcPr horzOverflow="overflow">
                    <a:lnL w="12700" cap="flat" cmpd="sng" algn="ctr">
                      <a:solidFill>
                        <a:srgbClr val="FF9933"/>
                      </a:solidFill>
                      <a:prstDash val="solid"/>
                      <a:round/>
                      <a:headEnd type="none" w="med" len="med"/>
                      <a:tailEnd type="none" w="med" len="med"/>
                    </a:lnL>
                    <a:lnR w="12700" cap="flat" cmpd="sng" algn="ctr">
                      <a:solidFill>
                        <a:srgbClr val="FF9933"/>
                      </a:solidFill>
                      <a:prstDash val="solid"/>
                      <a:round/>
                      <a:headEnd type="none" w="med" len="med"/>
                      <a:tailEnd type="none" w="med" len="med"/>
                    </a:lnR>
                    <a:lnT w="12700" cap="flat" cmpd="sng" algn="ctr">
                      <a:solidFill>
                        <a:srgbClr val="FF9933"/>
                      </a:solidFill>
                      <a:prstDash val="solid"/>
                      <a:round/>
                      <a:headEnd type="none" w="med" len="med"/>
                      <a:tailEnd type="none" w="med" len="med"/>
                    </a:lnT>
                    <a:lnB w="12700" cap="flat" cmpd="sng" algn="ctr">
                      <a:solidFill>
                        <a:srgbClr val="FF9933"/>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400" b="0" i="0" u="none" strike="noStrike" cap="none" normalizeH="0" baseline="0">
                          <a:ln>
                            <a:noFill/>
                          </a:ln>
                          <a:solidFill>
                            <a:schemeClr val="bg1"/>
                          </a:solidFill>
                          <a:effectLst/>
                          <a:latin typeface="Tahoma" pitchFamily="34" charset="0"/>
                        </a:rPr>
                        <a:t>Mati</a:t>
                      </a:r>
                    </a:p>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400" b="0" i="0" u="none" strike="noStrike" cap="none" normalizeH="0" baseline="0">
                          <a:ln>
                            <a:noFill/>
                          </a:ln>
                          <a:solidFill>
                            <a:schemeClr val="bg1"/>
                          </a:solidFill>
                          <a:effectLst/>
                          <a:latin typeface="Tahoma" pitchFamily="34" charset="0"/>
                        </a:rPr>
                        <a:t>(Attentiveness)</a:t>
                      </a:r>
                    </a:p>
                  </a:txBody>
                  <a:tcPr horzOverflow="overflow">
                    <a:lnL w="12700" cap="flat" cmpd="sng" algn="ctr">
                      <a:solidFill>
                        <a:srgbClr val="FF9933"/>
                      </a:solidFill>
                      <a:prstDash val="solid"/>
                      <a:round/>
                      <a:headEnd type="none" w="med" len="med"/>
                      <a:tailEnd type="none" w="med" len="med"/>
                    </a:lnL>
                    <a:lnR w="12700" cap="flat" cmpd="sng" algn="ctr">
                      <a:solidFill>
                        <a:srgbClr val="FF9933"/>
                      </a:solidFill>
                      <a:prstDash val="solid"/>
                      <a:round/>
                      <a:headEnd type="none" w="med" len="med"/>
                      <a:tailEnd type="none" w="med" len="med"/>
                    </a:lnR>
                    <a:lnT w="12700" cap="flat" cmpd="sng" algn="ctr">
                      <a:solidFill>
                        <a:srgbClr val="FF9933"/>
                      </a:solidFill>
                      <a:prstDash val="solid"/>
                      <a:round/>
                      <a:headEnd type="none" w="med" len="med"/>
                      <a:tailEnd type="none" w="med" len="med"/>
                    </a:lnT>
                    <a:lnB w="12700" cap="flat" cmpd="sng" algn="ctr">
                      <a:solidFill>
                        <a:srgbClr val="FF9933"/>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400" b="0" i="0" u="none" strike="noStrike" cap="none" normalizeH="0" baseline="0">
                          <a:ln>
                            <a:noFill/>
                          </a:ln>
                          <a:solidFill>
                            <a:schemeClr val="bg1"/>
                          </a:solidFill>
                          <a:effectLst/>
                          <a:latin typeface="Tahoma" pitchFamily="34" charset="0"/>
                        </a:rPr>
                        <a:t>Vyadhi</a:t>
                      </a:r>
                    </a:p>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400" b="0" i="0" u="none" strike="noStrike" cap="none" normalizeH="0" baseline="0">
                          <a:ln>
                            <a:noFill/>
                          </a:ln>
                          <a:solidFill>
                            <a:schemeClr val="bg1"/>
                          </a:solidFill>
                          <a:effectLst/>
                          <a:latin typeface="Tahoma" pitchFamily="34" charset="0"/>
                        </a:rPr>
                        <a:t>(Sickness)</a:t>
                      </a:r>
                    </a:p>
                  </a:txBody>
                  <a:tcPr horzOverflow="overflow">
                    <a:lnL w="12700" cap="flat" cmpd="sng" algn="ctr">
                      <a:solidFill>
                        <a:srgbClr val="FF9933"/>
                      </a:solidFill>
                      <a:prstDash val="solid"/>
                      <a:round/>
                      <a:headEnd type="none" w="med" len="med"/>
                      <a:tailEnd type="none" w="med" len="med"/>
                    </a:lnL>
                    <a:lnR w="12700" cap="flat" cmpd="sng" algn="ctr">
                      <a:solidFill>
                        <a:srgbClr val="FF9933"/>
                      </a:solidFill>
                      <a:prstDash val="solid"/>
                      <a:round/>
                      <a:headEnd type="none" w="med" len="med"/>
                      <a:tailEnd type="none" w="med" len="med"/>
                    </a:lnR>
                    <a:lnT w="12700" cap="flat" cmpd="sng" algn="ctr">
                      <a:solidFill>
                        <a:srgbClr val="FF9933"/>
                      </a:solidFill>
                      <a:prstDash val="solid"/>
                      <a:round/>
                      <a:headEnd type="none" w="med" len="med"/>
                      <a:tailEnd type="none" w="med" len="med"/>
                    </a:lnT>
                    <a:lnB w="12700" cap="flat" cmpd="sng" algn="ctr">
                      <a:solidFill>
                        <a:srgbClr val="FF9933"/>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400" b="0" i="0" u="none" strike="noStrike" cap="none" normalizeH="0" baseline="0">
                          <a:ln>
                            <a:noFill/>
                          </a:ln>
                          <a:solidFill>
                            <a:schemeClr val="bg1"/>
                          </a:solidFill>
                          <a:effectLst/>
                          <a:latin typeface="Tahoma" pitchFamily="34" charset="0"/>
                        </a:rPr>
                        <a:t>Unmada</a:t>
                      </a:r>
                    </a:p>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400" b="0" i="0" u="none" strike="noStrike" cap="none" normalizeH="0" baseline="0">
                          <a:ln>
                            <a:noFill/>
                          </a:ln>
                          <a:solidFill>
                            <a:schemeClr val="bg1"/>
                          </a:solidFill>
                          <a:effectLst/>
                          <a:latin typeface="Tahoma" pitchFamily="34" charset="0"/>
                        </a:rPr>
                        <a:t>(Insanity)</a:t>
                      </a:r>
                    </a:p>
                  </a:txBody>
                  <a:tcPr horzOverflow="overflow">
                    <a:lnL w="12700" cap="flat" cmpd="sng" algn="ctr">
                      <a:solidFill>
                        <a:srgbClr val="FF9933"/>
                      </a:solidFill>
                      <a:prstDash val="solid"/>
                      <a:round/>
                      <a:headEnd type="none" w="med" len="med"/>
                      <a:tailEnd type="none" w="med" len="med"/>
                    </a:lnL>
                    <a:lnR w="38100" cap="flat" cmpd="sng" algn="ctr">
                      <a:solidFill>
                        <a:srgbClr val="FF6600"/>
                      </a:solidFill>
                      <a:prstDash val="solid"/>
                      <a:round/>
                      <a:headEnd type="none" w="med" len="med"/>
                      <a:tailEnd type="none" w="med" len="med"/>
                    </a:lnR>
                    <a:lnT w="12700" cap="flat" cmpd="sng" algn="ctr">
                      <a:solidFill>
                        <a:srgbClr val="FF9933"/>
                      </a:solidFill>
                      <a:prstDash val="solid"/>
                      <a:round/>
                      <a:headEnd type="none" w="med" len="med"/>
                      <a:tailEnd type="none" w="med" len="med"/>
                    </a:lnT>
                    <a:lnB w="12700" cap="flat" cmpd="sng" algn="ctr">
                      <a:solidFill>
                        <a:srgbClr val="FF9933"/>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659787">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400" b="0" i="0" u="none" strike="noStrike" cap="none" normalizeH="0" baseline="0">
                          <a:ln>
                            <a:noFill/>
                          </a:ln>
                          <a:solidFill>
                            <a:schemeClr val="bg1"/>
                          </a:solidFill>
                          <a:effectLst/>
                          <a:latin typeface="Tahoma" pitchFamily="34" charset="0"/>
                        </a:rPr>
                        <a:t>Marana</a:t>
                      </a:r>
                    </a:p>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400" b="0" i="0" u="none" strike="noStrike" cap="none" normalizeH="0" baseline="0">
                          <a:ln>
                            <a:noFill/>
                          </a:ln>
                          <a:solidFill>
                            <a:schemeClr val="bg1"/>
                          </a:solidFill>
                          <a:effectLst/>
                          <a:latin typeface="Tahoma" pitchFamily="34" charset="0"/>
                        </a:rPr>
                        <a:t>(Death)</a:t>
                      </a:r>
                    </a:p>
                  </a:txBody>
                  <a:tcPr horzOverflow="overflow">
                    <a:lnL w="38100" cap="flat" cmpd="sng" algn="ctr">
                      <a:solidFill>
                        <a:srgbClr val="FF6600"/>
                      </a:solidFill>
                      <a:prstDash val="solid"/>
                      <a:round/>
                      <a:headEnd type="none" w="med" len="med"/>
                      <a:tailEnd type="none" w="med" len="med"/>
                    </a:lnL>
                    <a:lnR w="12700" cap="flat" cmpd="sng" algn="ctr">
                      <a:solidFill>
                        <a:srgbClr val="FF9933"/>
                      </a:solidFill>
                      <a:prstDash val="solid"/>
                      <a:round/>
                      <a:headEnd type="none" w="med" len="med"/>
                      <a:tailEnd type="none" w="med" len="med"/>
                    </a:lnR>
                    <a:lnT w="12700" cap="flat" cmpd="sng" algn="ctr">
                      <a:solidFill>
                        <a:srgbClr val="FF9933"/>
                      </a:solidFill>
                      <a:prstDash val="solid"/>
                      <a:round/>
                      <a:headEnd type="none" w="med" len="med"/>
                      <a:tailEnd type="none" w="med" len="med"/>
                    </a:lnT>
                    <a:lnB w="38100" cap="flat" cmpd="sng" algn="ctr">
                      <a:solidFill>
                        <a:srgbClr val="FF66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400" b="0" i="0" u="none" strike="noStrike" cap="none" normalizeH="0" baseline="0">
                          <a:ln>
                            <a:noFill/>
                          </a:ln>
                          <a:solidFill>
                            <a:schemeClr val="bg1"/>
                          </a:solidFill>
                          <a:effectLst/>
                          <a:latin typeface="Tahoma" pitchFamily="34" charset="0"/>
                        </a:rPr>
                        <a:t>Trasa</a:t>
                      </a:r>
                    </a:p>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400" b="0" i="0" u="none" strike="noStrike" cap="none" normalizeH="0" baseline="0">
                          <a:ln>
                            <a:noFill/>
                          </a:ln>
                          <a:solidFill>
                            <a:schemeClr val="bg1"/>
                          </a:solidFill>
                          <a:effectLst/>
                          <a:latin typeface="Tahoma" pitchFamily="34" charset="0"/>
                        </a:rPr>
                        <a:t>(fright)</a:t>
                      </a:r>
                    </a:p>
                  </a:txBody>
                  <a:tcPr horzOverflow="overflow">
                    <a:lnL w="12700" cap="flat" cmpd="sng" algn="ctr">
                      <a:solidFill>
                        <a:srgbClr val="FF9933"/>
                      </a:solidFill>
                      <a:prstDash val="solid"/>
                      <a:round/>
                      <a:headEnd type="none" w="med" len="med"/>
                      <a:tailEnd type="none" w="med" len="med"/>
                    </a:lnL>
                    <a:lnR w="12700" cap="flat" cmpd="sng" algn="ctr">
                      <a:solidFill>
                        <a:srgbClr val="FF9933"/>
                      </a:solidFill>
                      <a:prstDash val="solid"/>
                      <a:round/>
                      <a:headEnd type="none" w="med" len="med"/>
                      <a:tailEnd type="none" w="med" len="med"/>
                    </a:lnR>
                    <a:lnT w="12700" cap="flat" cmpd="sng" algn="ctr">
                      <a:solidFill>
                        <a:srgbClr val="FF9933"/>
                      </a:solidFill>
                      <a:prstDash val="solid"/>
                      <a:round/>
                      <a:headEnd type="none" w="med" len="med"/>
                      <a:tailEnd type="none" w="med" len="med"/>
                    </a:lnT>
                    <a:lnB w="38100" cap="flat" cmpd="sng" algn="ctr">
                      <a:solidFill>
                        <a:srgbClr val="FF66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400" b="0" i="0" u="none" strike="noStrike" cap="none" normalizeH="0" baseline="0">
                          <a:ln>
                            <a:noFill/>
                          </a:ln>
                          <a:solidFill>
                            <a:schemeClr val="bg1"/>
                          </a:solidFill>
                          <a:effectLst/>
                          <a:latin typeface="Tahoma" pitchFamily="34" charset="0"/>
                        </a:rPr>
                        <a:t>Vitarka</a:t>
                      </a:r>
                    </a:p>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400" b="0" i="0" u="none" strike="noStrike" cap="none" normalizeH="0" baseline="0">
                          <a:ln>
                            <a:noFill/>
                          </a:ln>
                          <a:solidFill>
                            <a:schemeClr val="bg1"/>
                          </a:solidFill>
                          <a:effectLst/>
                          <a:latin typeface="Tahoma" pitchFamily="34" charset="0"/>
                        </a:rPr>
                        <a:t>(perplexity)</a:t>
                      </a:r>
                    </a:p>
                  </a:txBody>
                  <a:tcPr horzOverflow="overflow">
                    <a:lnL w="12700" cap="flat" cmpd="sng" algn="ctr">
                      <a:solidFill>
                        <a:srgbClr val="FF9933"/>
                      </a:solidFill>
                      <a:prstDash val="solid"/>
                      <a:round/>
                      <a:headEnd type="none" w="med" len="med"/>
                      <a:tailEnd type="none" w="med" len="med"/>
                    </a:lnL>
                    <a:lnR w="12700" cap="flat" cmpd="sng" algn="ctr">
                      <a:solidFill>
                        <a:srgbClr val="FF9933"/>
                      </a:solidFill>
                      <a:prstDash val="solid"/>
                      <a:round/>
                      <a:headEnd type="none" w="med" len="med"/>
                      <a:tailEnd type="none" w="med" len="med"/>
                    </a:lnR>
                    <a:lnT w="12700" cap="flat" cmpd="sng" algn="ctr">
                      <a:solidFill>
                        <a:srgbClr val="FF9933"/>
                      </a:solidFill>
                      <a:prstDash val="solid"/>
                      <a:round/>
                      <a:headEnd type="none" w="med" len="med"/>
                      <a:tailEnd type="none" w="med" len="med"/>
                    </a:lnT>
                    <a:lnB w="38100" cap="flat" cmpd="sng" algn="ctr">
                      <a:solidFill>
                        <a:srgbClr val="FF66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400" b="0" i="0" u="none" strike="noStrike" cap="none" normalizeH="0" baseline="0" dirty="0">
                        <a:ln>
                          <a:noFill/>
                        </a:ln>
                        <a:solidFill>
                          <a:schemeClr val="bg1"/>
                        </a:solidFill>
                        <a:effectLst/>
                        <a:latin typeface="Tahoma" pitchFamily="34" charset="0"/>
                      </a:endParaRPr>
                    </a:p>
                  </a:txBody>
                  <a:tcPr horzOverflow="overflow">
                    <a:lnL w="12700" cap="flat" cmpd="sng" algn="ctr">
                      <a:solidFill>
                        <a:srgbClr val="FF9933"/>
                      </a:solidFill>
                      <a:prstDash val="solid"/>
                      <a:round/>
                      <a:headEnd type="none" w="med" len="med"/>
                      <a:tailEnd type="none" w="med" len="med"/>
                    </a:lnL>
                    <a:lnR w="12700" cap="flat" cmpd="sng" algn="ctr">
                      <a:solidFill>
                        <a:srgbClr val="FF9933"/>
                      </a:solidFill>
                      <a:prstDash val="solid"/>
                      <a:round/>
                      <a:headEnd type="none" w="med" len="med"/>
                      <a:tailEnd type="none" w="med" len="med"/>
                    </a:lnR>
                    <a:lnT w="12700" cap="flat" cmpd="sng" algn="ctr">
                      <a:solidFill>
                        <a:srgbClr val="FF9933"/>
                      </a:solidFill>
                      <a:prstDash val="solid"/>
                      <a:round/>
                      <a:headEnd type="none" w="med" len="med"/>
                      <a:tailEnd type="none" w="med" len="med"/>
                    </a:lnT>
                    <a:lnB w="38100" cap="flat" cmpd="sng" algn="ctr">
                      <a:solidFill>
                        <a:srgbClr val="FF66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400" b="0" i="0" u="none" strike="noStrike" cap="none" normalizeH="0" baseline="0">
                        <a:ln>
                          <a:noFill/>
                        </a:ln>
                        <a:solidFill>
                          <a:schemeClr val="bg1"/>
                        </a:solidFill>
                        <a:effectLst/>
                        <a:latin typeface="Tahoma" pitchFamily="34" charset="0"/>
                      </a:endParaRPr>
                    </a:p>
                  </a:txBody>
                  <a:tcPr horzOverflow="overflow">
                    <a:lnL w="12700" cap="flat" cmpd="sng" algn="ctr">
                      <a:solidFill>
                        <a:srgbClr val="FF9933"/>
                      </a:solidFill>
                      <a:prstDash val="solid"/>
                      <a:round/>
                      <a:headEnd type="none" w="med" len="med"/>
                      <a:tailEnd type="none" w="med" len="med"/>
                    </a:lnL>
                    <a:lnR w="12700" cap="flat" cmpd="sng" algn="ctr">
                      <a:solidFill>
                        <a:srgbClr val="FF9933"/>
                      </a:solidFill>
                      <a:prstDash val="solid"/>
                      <a:round/>
                      <a:headEnd type="none" w="med" len="med"/>
                      <a:tailEnd type="none" w="med" len="med"/>
                    </a:lnR>
                    <a:lnT w="12700" cap="flat" cmpd="sng" algn="ctr">
                      <a:solidFill>
                        <a:srgbClr val="FF9933"/>
                      </a:solidFill>
                      <a:prstDash val="solid"/>
                      <a:round/>
                      <a:headEnd type="none" w="med" len="med"/>
                      <a:tailEnd type="none" w="med" len="med"/>
                    </a:lnT>
                    <a:lnB w="38100" cap="flat" cmpd="sng" algn="ctr">
                      <a:solidFill>
                        <a:srgbClr val="FF66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400" b="0" i="0" u="none" strike="noStrike" cap="none" normalizeH="0" baseline="0" dirty="0">
                        <a:ln>
                          <a:noFill/>
                        </a:ln>
                        <a:solidFill>
                          <a:schemeClr val="bg1"/>
                        </a:solidFill>
                        <a:effectLst/>
                        <a:latin typeface="Tahoma" pitchFamily="34" charset="0"/>
                      </a:endParaRPr>
                    </a:p>
                  </a:txBody>
                  <a:tcPr horzOverflow="overflow">
                    <a:lnL w="12700" cap="flat" cmpd="sng" algn="ctr">
                      <a:solidFill>
                        <a:srgbClr val="FF9933"/>
                      </a:solidFill>
                      <a:prstDash val="solid"/>
                      <a:round/>
                      <a:headEnd type="none" w="med" len="med"/>
                      <a:tailEnd type="none" w="med" len="med"/>
                    </a:lnL>
                    <a:lnR w="38100" cap="flat" cmpd="sng" algn="ctr">
                      <a:solidFill>
                        <a:srgbClr val="FF6600"/>
                      </a:solidFill>
                      <a:prstDash val="solid"/>
                      <a:round/>
                      <a:headEnd type="none" w="med" len="med"/>
                      <a:tailEnd type="none" w="med" len="med"/>
                    </a:lnR>
                    <a:lnT w="12700" cap="flat" cmpd="sng" algn="ctr">
                      <a:solidFill>
                        <a:srgbClr val="FF9933"/>
                      </a:solidFill>
                      <a:prstDash val="solid"/>
                      <a:round/>
                      <a:headEnd type="none" w="med" len="med"/>
                      <a:tailEnd type="none" w="med" len="med"/>
                    </a:lnT>
                    <a:lnB w="38100" cap="flat" cmpd="sng" algn="ctr">
                      <a:solidFill>
                        <a:srgbClr val="FF66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bl>
          </a:graphicData>
        </a:graphic>
      </p:graphicFrame>
    </p:spTree>
  </p:cSld>
  <p:clrMapOvr>
    <a:masterClrMapping/>
  </p:clrMapOvr>
  <p:transition>
    <p:wip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quarter" idx="10"/>
          </p:nvPr>
        </p:nvSpPr>
        <p:spPr/>
        <p:txBody>
          <a:bodyPr/>
          <a:lstStyle/>
          <a:p>
            <a:pPr>
              <a:defRPr/>
            </a:pPr>
            <a:fld id="{B64760F6-504E-4377-97C8-AE2702292142}" type="datetime4">
              <a:rPr lang="en-US"/>
              <a:pPr>
                <a:defRPr/>
              </a:pPr>
              <a:t>May 24, 2023</a:t>
            </a:fld>
            <a:endParaRPr lang="en-US"/>
          </a:p>
        </p:txBody>
      </p:sp>
      <p:sp>
        <p:nvSpPr>
          <p:cNvPr id="6" name="Slide Number Placeholder 5"/>
          <p:cNvSpPr>
            <a:spLocks noGrp="1"/>
          </p:cNvSpPr>
          <p:nvPr>
            <p:ph type="sldNum" sz="quarter" idx="12"/>
          </p:nvPr>
        </p:nvSpPr>
        <p:spPr/>
        <p:txBody>
          <a:bodyPr/>
          <a:lstStyle/>
          <a:p>
            <a:pPr>
              <a:defRPr/>
            </a:pPr>
            <a:fld id="{7A67006C-959F-4565-96D8-2FCBD6F87A80}" type="slidenum">
              <a:rPr lang="en-US"/>
              <a:pPr>
                <a:defRPr/>
              </a:pPr>
              <a:t>13</a:t>
            </a:fld>
            <a:endParaRPr lang="en-US"/>
          </a:p>
        </p:txBody>
      </p:sp>
      <p:sp>
        <p:nvSpPr>
          <p:cNvPr id="10245" name="Rectangle 2"/>
          <p:cNvSpPr>
            <a:spLocks noGrp="1" noChangeArrowheads="1"/>
          </p:cNvSpPr>
          <p:nvPr>
            <p:ph type="title"/>
          </p:nvPr>
        </p:nvSpPr>
        <p:spPr/>
        <p:txBody>
          <a:bodyPr/>
          <a:lstStyle/>
          <a:p>
            <a:pPr eaLnBrk="1" hangingPunct="1"/>
            <a:r>
              <a:rPr lang="en-US"/>
              <a:t>The Sattvika Bhava</a:t>
            </a:r>
          </a:p>
        </p:txBody>
      </p:sp>
      <p:sp>
        <p:nvSpPr>
          <p:cNvPr id="75780" name="Rectangle 4"/>
          <p:cNvSpPr>
            <a:spLocks noGrp="1" noChangeArrowheads="1"/>
          </p:cNvSpPr>
          <p:nvPr>
            <p:ph type="body" idx="1"/>
          </p:nvPr>
        </p:nvSpPr>
        <p:spPr>
          <a:xfrm>
            <a:off x="685800" y="1066800"/>
            <a:ext cx="7772400" cy="4114800"/>
          </a:xfrm>
        </p:spPr>
        <p:txBody>
          <a:bodyPr/>
          <a:lstStyle/>
          <a:p>
            <a:pPr eaLnBrk="1" hangingPunct="1"/>
            <a:r>
              <a:rPr lang="en-US" dirty="0"/>
              <a:t>These are known as involuntary states/Psychosomatic States</a:t>
            </a:r>
          </a:p>
          <a:p>
            <a:pPr lvl="1" eaLnBrk="1" hangingPunct="1">
              <a:buFontTx/>
              <a:buNone/>
            </a:pPr>
            <a:endParaRPr lang="en-US" dirty="0"/>
          </a:p>
          <a:p>
            <a:pPr eaLnBrk="1" hangingPunct="1"/>
            <a:r>
              <a:rPr lang="en-US" dirty="0"/>
              <a:t>The physical state that is produced due to the unison of mind and body</a:t>
            </a:r>
          </a:p>
          <a:p>
            <a:pPr eaLnBrk="1" hangingPunct="1">
              <a:buFontTx/>
              <a:buNone/>
            </a:pPr>
            <a:endParaRPr lang="en-US" dirty="0"/>
          </a:p>
          <a:p>
            <a:pPr eaLnBrk="1" hangingPunct="1"/>
            <a:r>
              <a:rPr lang="en-US" dirty="0"/>
              <a:t>The difference between </a:t>
            </a:r>
            <a:r>
              <a:rPr lang="en-US" dirty="0" err="1"/>
              <a:t>anubhava</a:t>
            </a:r>
            <a:r>
              <a:rPr lang="en-US" dirty="0"/>
              <a:t> and </a:t>
            </a:r>
            <a:r>
              <a:rPr lang="en-US" dirty="0" err="1"/>
              <a:t>sattvika</a:t>
            </a:r>
            <a:r>
              <a:rPr lang="en-US" dirty="0"/>
              <a:t> bhava is that the latter is born of sattva</a:t>
            </a:r>
          </a:p>
          <a:p>
            <a:pPr eaLnBrk="1" hangingPunct="1"/>
            <a:endParaRPr lang="en-US" dirty="0"/>
          </a:p>
        </p:txBody>
      </p:sp>
    </p:spTree>
  </p:cSld>
  <p:clrMapOvr>
    <a:masterClrMapping/>
  </p:clrMapOvr>
  <p:transition>
    <p:wip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Date Placeholder 3"/>
          <p:cNvSpPr>
            <a:spLocks noGrp="1"/>
          </p:cNvSpPr>
          <p:nvPr>
            <p:ph type="dt" sz="quarter" idx="10"/>
          </p:nvPr>
        </p:nvSpPr>
        <p:spPr/>
        <p:txBody>
          <a:bodyPr/>
          <a:lstStyle/>
          <a:p>
            <a:pPr>
              <a:defRPr/>
            </a:pPr>
            <a:fld id="{EF971D59-02A2-439B-AF5D-AF57D5590218}" type="datetime4">
              <a:rPr lang="en-US"/>
              <a:pPr>
                <a:defRPr/>
              </a:pPr>
              <a:t>May 24, 2023</a:t>
            </a:fld>
            <a:endParaRPr lang="en-US"/>
          </a:p>
        </p:txBody>
      </p:sp>
      <p:sp>
        <p:nvSpPr>
          <p:cNvPr id="27" name="Slide Number Placeholder 5"/>
          <p:cNvSpPr>
            <a:spLocks noGrp="1"/>
          </p:cNvSpPr>
          <p:nvPr>
            <p:ph type="sldNum" sz="quarter" idx="12"/>
          </p:nvPr>
        </p:nvSpPr>
        <p:spPr/>
        <p:txBody>
          <a:bodyPr/>
          <a:lstStyle/>
          <a:p>
            <a:pPr>
              <a:defRPr/>
            </a:pPr>
            <a:fld id="{1A040591-D6A8-4002-8C3A-EFABD1A18204}" type="slidenum">
              <a:rPr lang="en-US"/>
              <a:pPr>
                <a:defRPr/>
              </a:pPr>
              <a:t>14</a:t>
            </a:fld>
            <a:endParaRPr lang="en-US"/>
          </a:p>
        </p:txBody>
      </p:sp>
      <p:graphicFrame>
        <p:nvGraphicFramePr>
          <p:cNvPr id="156674" name="Group 2"/>
          <p:cNvGraphicFramePr>
            <a:graphicFrameLocks noGrp="1"/>
          </p:cNvGraphicFramePr>
          <p:nvPr>
            <p:extLst>
              <p:ext uri="{D42A27DB-BD31-4B8C-83A1-F6EECF244321}">
                <p14:modId xmlns:p14="http://schemas.microsoft.com/office/powerpoint/2010/main" val="3070459519"/>
              </p:ext>
            </p:extLst>
          </p:nvPr>
        </p:nvGraphicFramePr>
        <p:xfrm>
          <a:off x="685800" y="1371600"/>
          <a:ext cx="4191000" cy="3926840"/>
        </p:xfrm>
        <a:graphic>
          <a:graphicData uri="http://schemas.openxmlformats.org/drawingml/2006/table">
            <a:tbl>
              <a:tblPr/>
              <a:tblGrid>
                <a:gridCol w="4191000">
                  <a:extLst>
                    <a:ext uri="{9D8B030D-6E8A-4147-A177-3AD203B41FA5}">
                      <a16:colId xmlns:a16="http://schemas.microsoft.com/office/drawing/2014/main" val="20000"/>
                    </a:ext>
                  </a:extLst>
                </a:gridCol>
              </a:tblGrid>
              <a:tr h="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2000" b="1" i="0" u="none" strike="noStrike" cap="none" normalizeH="0" baseline="0">
                        <a:ln>
                          <a:noFill/>
                        </a:ln>
                        <a:solidFill>
                          <a:schemeClr val="bg1"/>
                        </a:solidFill>
                        <a:effectLst/>
                        <a:latin typeface="Tahoma" pitchFamily="34" charset="0"/>
                      </a:endParaRPr>
                    </a:p>
                  </a:txBody>
                  <a:tcPr horzOverflow="overflow">
                    <a:lnL w="38100" cap="flat" cmpd="sng" algn="ctr">
                      <a:solidFill>
                        <a:srgbClr val="FF6600"/>
                      </a:solidFill>
                      <a:prstDash val="solid"/>
                      <a:round/>
                      <a:headEnd type="none" w="med" len="med"/>
                      <a:tailEnd type="none" w="med" len="med"/>
                    </a:lnL>
                    <a:lnR w="38100" cap="flat" cmpd="sng" algn="ctr">
                      <a:solidFill>
                        <a:srgbClr val="FF6600"/>
                      </a:solidFill>
                      <a:prstDash val="solid"/>
                      <a:round/>
                      <a:headEnd type="none" w="med" len="med"/>
                      <a:tailEnd type="none" w="med" len="med"/>
                    </a:lnR>
                    <a:lnT w="38100" cap="flat" cmpd="sng" algn="ctr">
                      <a:solidFill>
                        <a:srgbClr val="FF6600"/>
                      </a:solidFill>
                      <a:prstDash val="solid"/>
                      <a:round/>
                      <a:headEnd type="none" w="med" len="med"/>
                      <a:tailEnd type="none" w="med" len="med"/>
                    </a:lnT>
                    <a:lnB w="12700" cap="flat" cmpd="sng" algn="ctr">
                      <a:solidFill>
                        <a:srgbClr val="FF66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41325">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bg1"/>
                          </a:solidFill>
                          <a:effectLst/>
                          <a:latin typeface="Tahoma" pitchFamily="34" charset="0"/>
                        </a:rPr>
                        <a:t>Stambha (Paralysis)</a:t>
                      </a:r>
                    </a:p>
                  </a:txBody>
                  <a:tcPr horzOverflow="overflow">
                    <a:lnL w="38100" cap="flat" cmpd="sng" algn="ctr">
                      <a:solidFill>
                        <a:srgbClr val="FF6600"/>
                      </a:solidFill>
                      <a:prstDash val="solid"/>
                      <a:round/>
                      <a:headEnd type="none" w="med" len="med"/>
                      <a:tailEnd type="none" w="med" len="med"/>
                    </a:lnL>
                    <a:lnR w="38100" cap="flat" cmpd="sng" algn="ctr">
                      <a:solidFill>
                        <a:srgbClr val="FF6600"/>
                      </a:solidFill>
                      <a:prstDash val="solid"/>
                      <a:round/>
                      <a:headEnd type="none" w="med" len="med"/>
                      <a:tailEnd type="none" w="med" len="med"/>
                    </a:lnR>
                    <a:lnT w="12700" cap="flat" cmpd="sng" algn="ctr">
                      <a:solidFill>
                        <a:srgbClr val="FF6600"/>
                      </a:solidFill>
                      <a:prstDash val="solid"/>
                      <a:round/>
                      <a:headEnd type="none" w="med" len="med"/>
                      <a:tailEnd type="none" w="med" len="med"/>
                    </a:lnT>
                    <a:lnB w="12700" cap="flat" cmpd="sng" algn="ctr">
                      <a:solidFill>
                        <a:srgbClr val="FF66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41325">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bg1"/>
                          </a:solidFill>
                          <a:effectLst/>
                          <a:latin typeface="Tahoma" pitchFamily="34" charset="0"/>
                        </a:rPr>
                        <a:t>Sveda (Perspiration)</a:t>
                      </a:r>
                    </a:p>
                  </a:txBody>
                  <a:tcPr horzOverflow="overflow">
                    <a:lnL w="38100" cap="flat" cmpd="sng" algn="ctr">
                      <a:solidFill>
                        <a:srgbClr val="FF6600"/>
                      </a:solidFill>
                      <a:prstDash val="solid"/>
                      <a:round/>
                      <a:headEnd type="none" w="med" len="med"/>
                      <a:tailEnd type="none" w="med" len="med"/>
                    </a:lnL>
                    <a:lnR w="38100" cap="flat" cmpd="sng" algn="ctr">
                      <a:solidFill>
                        <a:srgbClr val="FF6600"/>
                      </a:solidFill>
                      <a:prstDash val="solid"/>
                      <a:round/>
                      <a:headEnd type="none" w="med" len="med"/>
                      <a:tailEnd type="none" w="med" len="med"/>
                    </a:lnR>
                    <a:lnT w="12700" cap="flat" cmpd="sng" algn="ctr">
                      <a:solidFill>
                        <a:srgbClr val="FF6600"/>
                      </a:solidFill>
                      <a:prstDash val="solid"/>
                      <a:round/>
                      <a:headEnd type="none" w="med" len="med"/>
                      <a:tailEnd type="none" w="med" len="med"/>
                    </a:lnT>
                    <a:lnB w="12700" cap="flat" cmpd="sng" algn="ctr">
                      <a:solidFill>
                        <a:srgbClr val="FF66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41325">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bg1"/>
                          </a:solidFill>
                          <a:effectLst/>
                          <a:latin typeface="Tahoma" pitchFamily="34" charset="0"/>
                        </a:rPr>
                        <a:t>Romanca (Horripilation/Goose skin)</a:t>
                      </a:r>
                    </a:p>
                  </a:txBody>
                  <a:tcPr horzOverflow="overflow">
                    <a:lnL w="38100" cap="flat" cmpd="sng" algn="ctr">
                      <a:solidFill>
                        <a:srgbClr val="FF6600"/>
                      </a:solidFill>
                      <a:prstDash val="solid"/>
                      <a:round/>
                      <a:headEnd type="none" w="med" len="med"/>
                      <a:tailEnd type="none" w="med" len="med"/>
                    </a:lnL>
                    <a:lnR w="38100" cap="flat" cmpd="sng" algn="ctr">
                      <a:solidFill>
                        <a:srgbClr val="FF6600"/>
                      </a:solidFill>
                      <a:prstDash val="solid"/>
                      <a:round/>
                      <a:headEnd type="none" w="med" len="med"/>
                      <a:tailEnd type="none" w="med" len="med"/>
                    </a:lnR>
                    <a:lnT w="12700" cap="flat" cmpd="sng" algn="ctr">
                      <a:solidFill>
                        <a:srgbClr val="FF6600"/>
                      </a:solidFill>
                      <a:prstDash val="solid"/>
                      <a:round/>
                      <a:headEnd type="none" w="med" len="med"/>
                      <a:tailEnd type="none" w="med" len="med"/>
                    </a:lnT>
                    <a:lnB w="12700" cap="flat" cmpd="sng" algn="ctr">
                      <a:solidFill>
                        <a:srgbClr val="FF66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441325">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bg1"/>
                          </a:solidFill>
                          <a:effectLst/>
                          <a:latin typeface="Tahoma" pitchFamily="34" charset="0"/>
                        </a:rPr>
                        <a:t>Swarabhanga (Faltering Voice)</a:t>
                      </a:r>
                    </a:p>
                  </a:txBody>
                  <a:tcPr horzOverflow="overflow">
                    <a:lnL w="38100" cap="flat" cmpd="sng" algn="ctr">
                      <a:solidFill>
                        <a:srgbClr val="FF6600"/>
                      </a:solidFill>
                      <a:prstDash val="solid"/>
                      <a:round/>
                      <a:headEnd type="none" w="med" len="med"/>
                      <a:tailEnd type="none" w="med" len="med"/>
                    </a:lnL>
                    <a:lnR w="38100" cap="flat" cmpd="sng" algn="ctr">
                      <a:solidFill>
                        <a:srgbClr val="FF6600"/>
                      </a:solidFill>
                      <a:prstDash val="solid"/>
                      <a:round/>
                      <a:headEnd type="none" w="med" len="med"/>
                      <a:tailEnd type="none" w="med" len="med"/>
                    </a:lnR>
                    <a:lnT w="12700" cap="flat" cmpd="sng" algn="ctr">
                      <a:solidFill>
                        <a:srgbClr val="FF6600"/>
                      </a:solidFill>
                      <a:prstDash val="solid"/>
                      <a:round/>
                      <a:headEnd type="none" w="med" len="med"/>
                      <a:tailEnd type="none" w="med" len="med"/>
                    </a:lnT>
                    <a:lnB w="12700" cap="flat" cmpd="sng" algn="ctr">
                      <a:solidFill>
                        <a:srgbClr val="FF66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441325">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bg1"/>
                          </a:solidFill>
                          <a:effectLst/>
                          <a:latin typeface="Tahoma" pitchFamily="34" charset="0"/>
                        </a:rPr>
                        <a:t>Vepathu (Trembling)</a:t>
                      </a:r>
                    </a:p>
                  </a:txBody>
                  <a:tcPr horzOverflow="overflow">
                    <a:lnL w="38100" cap="flat" cmpd="sng" algn="ctr">
                      <a:solidFill>
                        <a:srgbClr val="FF6600"/>
                      </a:solidFill>
                      <a:prstDash val="solid"/>
                      <a:round/>
                      <a:headEnd type="none" w="med" len="med"/>
                      <a:tailEnd type="none" w="med" len="med"/>
                    </a:lnL>
                    <a:lnR w="38100" cap="flat" cmpd="sng" algn="ctr">
                      <a:solidFill>
                        <a:srgbClr val="FF6600"/>
                      </a:solidFill>
                      <a:prstDash val="solid"/>
                      <a:round/>
                      <a:headEnd type="none" w="med" len="med"/>
                      <a:tailEnd type="none" w="med" len="med"/>
                    </a:lnR>
                    <a:lnT w="12700" cap="flat" cmpd="sng" algn="ctr">
                      <a:solidFill>
                        <a:srgbClr val="FF6600"/>
                      </a:solidFill>
                      <a:prstDash val="solid"/>
                      <a:round/>
                      <a:headEnd type="none" w="med" len="med"/>
                      <a:tailEnd type="none" w="med" len="med"/>
                    </a:lnT>
                    <a:lnB w="12700" cap="flat" cmpd="sng" algn="ctr">
                      <a:solidFill>
                        <a:srgbClr val="FF66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441325">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bg1"/>
                          </a:solidFill>
                          <a:effectLst/>
                          <a:latin typeface="Tahoma" pitchFamily="34" charset="0"/>
                        </a:rPr>
                        <a:t>Vaivarnya (Change of color)</a:t>
                      </a:r>
                    </a:p>
                  </a:txBody>
                  <a:tcPr horzOverflow="overflow">
                    <a:lnL w="38100" cap="flat" cmpd="sng" algn="ctr">
                      <a:solidFill>
                        <a:srgbClr val="FF6600"/>
                      </a:solidFill>
                      <a:prstDash val="solid"/>
                      <a:round/>
                      <a:headEnd type="none" w="med" len="med"/>
                      <a:tailEnd type="none" w="med" len="med"/>
                    </a:lnL>
                    <a:lnR w="38100" cap="flat" cmpd="sng" algn="ctr">
                      <a:solidFill>
                        <a:srgbClr val="FF6600"/>
                      </a:solidFill>
                      <a:prstDash val="solid"/>
                      <a:round/>
                      <a:headEnd type="none" w="med" len="med"/>
                      <a:tailEnd type="none" w="med" len="med"/>
                    </a:lnR>
                    <a:lnT w="12700" cap="flat" cmpd="sng" algn="ctr">
                      <a:solidFill>
                        <a:srgbClr val="FF6600"/>
                      </a:solidFill>
                      <a:prstDash val="solid"/>
                      <a:round/>
                      <a:headEnd type="none" w="med" len="med"/>
                      <a:tailEnd type="none" w="med" len="med"/>
                    </a:lnT>
                    <a:lnB w="12700" cap="flat" cmpd="sng" algn="ctr">
                      <a:solidFill>
                        <a:srgbClr val="FF66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441325">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bg1"/>
                          </a:solidFill>
                          <a:effectLst/>
                          <a:latin typeface="Tahoma" pitchFamily="34" charset="0"/>
                        </a:rPr>
                        <a:t>Asru (Tears)</a:t>
                      </a:r>
                    </a:p>
                  </a:txBody>
                  <a:tcPr horzOverflow="overflow">
                    <a:lnL w="38100" cap="flat" cmpd="sng" algn="ctr">
                      <a:solidFill>
                        <a:srgbClr val="FF6600"/>
                      </a:solidFill>
                      <a:prstDash val="solid"/>
                      <a:round/>
                      <a:headEnd type="none" w="med" len="med"/>
                      <a:tailEnd type="none" w="med" len="med"/>
                    </a:lnL>
                    <a:lnR w="38100" cap="flat" cmpd="sng" algn="ctr">
                      <a:solidFill>
                        <a:srgbClr val="FF6600"/>
                      </a:solidFill>
                      <a:prstDash val="solid"/>
                      <a:round/>
                      <a:headEnd type="none" w="med" len="med"/>
                      <a:tailEnd type="none" w="med" len="med"/>
                    </a:lnR>
                    <a:lnT w="12700" cap="flat" cmpd="sng" algn="ctr">
                      <a:solidFill>
                        <a:srgbClr val="FF6600"/>
                      </a:solidFill>
                      <a:prstDash val="solid"/>
                      <a:round/>
                      <a:headEnd type="none" w="med" len="med"/>
                      <a:tailEnd type="none" w="med" len="med"/>
                    </a:lnT>
                    <a:lnB w="12700" cap="flat" cmpd="sng" algn="ctr">
                      <a:solidFill>
                        <a:srgbClr val="FF66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441325">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bg1"/>
                          </a:solidFill>
                          <a:effectLst/>
                          <a:latin typeface="Tahoma" pitchFamily="34" charset="0"/>
                        </a:rPr>
                        <a:t>Pralaya (Fainting)</a:t>
                      </a:r>
                    </a:p>
                  </a:txBody>
                  <a:tcPr horzOverflow="overflow">
                    <a:lnL w="38100" cap="flat" cmpd="sng" algn="ctr">
                      <a:solidFill>
                        <a:srgbClr val="FF6600"/>
                      </a:solidFill>
                      <a:prstDash val="solid"/>
                      <a:round/>
                      <a:headEnd type="none" w="med" len="med"/>
                      <a:tailEnd type="none" w="med" len="med"/>
                    </a:lnL>
                    <a:lnR w="38100" cap="flat" cmpd="sng" algn="ctr">
                      <a:solidFill>
                        <a:srgbClr val="FF6600"/>
                      </a:solidFill>
                      <a:prstDash val="solid"/>
                      <a:round/>
                      <a:headEnd type="none" w="med" len="med"/>
                      <a:tailEnd type="none" w="med" len="med"/>
                    </a:lnR>
                    <a:lnT w="12700" cap="flat" cmpd="sng" algn="ctr">
                      <a:solidFill>
                        <a:srgbClr val="FF6600"/>
                      </a:solidFill>
                      <a:prstDash val="solid"/>
                      <a:round/>
                      <a:headEnd type="none" w="med" len="med"/>
                      <a:tailEnd type="none" w="med" len="med"/>
                    </a:lnT>
                    <a:lnB w="38100" cap="flat" cmpd="sng" algn="ctr">
                      <a:solidFill>
                        <a:srgbClr val="FF66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bl>
          </a:graphicData>
        </a:graphic>
      </p:graphicFrame>
      <p:sp>
        <p:nvSpPr>
          <p:cNvPr id="11291" name="Rectangle 24"/>
          <p:cNvSpPr>
            <a:spLocks noGrp="1" noChangeArrowheads="1"/>
          </p:cNvSpPr>
          <p:nvPr>
            <p:ph type="title"/>
          </p:nvPr>
        </p:nvSpPr>
        <p:spPr/>
        <p:txBody>
          <a:bodyPr/>
          <a:lstStyle/>
          <a:p>
            <a:pPr eaLnBrk="1" hangingPunct="1"/>
            <a:r>
              <a:rPr lang="en-US"/>
              <a:t>Sattvika Bhava</a:t>
            </a:r>
          </a:p>
        </p:txBody>
      </p:sp>
    </p:spTree>
  </p:cSld>
  <p:clrMapOvr>
    <a:masterClrMapping/>
  </p:clrMapOvr>
  <p:transition>
    <p:wip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quarter" idx="10"/>
          </p:nvPr>
        </p:nvSpPr>
        <p:spPr/>
        <p:txBody>
          <a:bodyPr/>
          <a:lstStyle/>
          <a:p>
            <a:pPr>
              <a:defRPr/>
            </a:pPr>
            <a:fld id="{7C91D1C7-35F0-42B0-B8A0-CD54FB14C98B}" type="datetime4">
              <a:rPr lang="en-US"/>
              <a:pPr>
                <a:defRPr/>
              </a:pPr>
              <a:t>May 24, 2023</a:t>
            </a:fld>
            <a:endParaRPr lang="en-US"/>
          </a:p>
        </p:txBody>
      </p:sp>
      <p:sp>
        <p:nvSpPr>
          <p:cNvPr id="6" name="Slide Number Placeholder 5"/>
          <p:cNvSpPr>
            <a:spLocks noGrp="1"/>
          </p:cNvSpPr>
          <p:nvPr>
            <p:ph type="sldNum" sz="quarter" idx="12"/>
          </p:nvPr>
        </p:nvSpPr>
        <p:spPr/>
        <p:txBody>
          <a:bodyPr/>
          <a:lstStyle/>
          <a:p>
            <a:pPr>
              <a:defRPr/>
            </a:pPr>
            <a:fld id="{EDF979C7-6367-44F1-AC85-C5BEBC698D64}" type="slidenum">
              <a:rPr lang="en-US"/>
              <a:pPr>
                <a:defRPr/>
              </a:pPr>
              <a:t>15</a:t>
            </a:fld>
            <a:endParaRPr lang="en-US"/>
          </a:p>
        </p:txBody>
      </p:sp>
      <p:sp>
        <p:nvSpPr>
          <p:cNvPr id="12293" name="Rectangle 2"/>
          <p:cNvSpPr>
            <a:spLocks noGrp="1" noChangeArrowheads="1"/>
          </p:cNvSpPr>
          <p:nvPr>
            <p:ph type="title"/>
          </p:nvPr>
        </p:nvSpPr>
        <p:spPr/>
        <p:txBody>
          <a:bodyPr/>
          <a:lstStyle/>
          <a:p>
            <a:pPr eaLnBrk="1" hangingPunct="1"/>
            <a:r>
              <a:rPr lang="en-US"/>
              <a:t>Definition</a:t>
            </a:r>
          </a:p>
        </p:txBody>
      </p:sp>
      <p:sp>
        <p:nvSpPr>
          <p:cNvPr id="168963" name="Rectangle 3"/>
          <p:cNvSpPr>
            <a:spLocks noGrp="1" noChangeArrowheads="1"/>
          </p:cNvSpPr>
          <p:nvPr>
            <p:ph type="body" idx="1"/>
          </p:nvPr>
        </p:nvSpPr>
        <p:spPr>
          <a:xfrm>
            <a:off x="685800" y="1143000"/>
            <a:ext cx="7772400" cy="4114800"/>
          </a:xfrm>
        </p:spPr>
        <p:txBody>
          <a:bodyPr/>
          <a:lstStyle/>
          <a:p>
            <a:pPr eaLnBrk="1" hangingPunct="1">
              <a:buFontTx/>
              <a:buNone/>
            </a:pPr>
            <a:r>
              <a:rPr lang="en-US" dirty="0"/>
              <a:t>BHAVA</a:t>
            </a:r>
          </a:p>
          <a:p>
            <a:pPr algn="ctr" eaLnBrk="1" hangingPunct="1">
              <a:buFontTx/>
              <a:buNone/>
            </a:pPr>
            <a:r>
              <a:rPr lang="en-US" dirty="0"/>
              <a:t>	</a:t>
            </a:r>
          </a:p>
          <a:p>
            <a:pPr algn="ctr" eaLnBrk="1" hangingPunct="1">
              <a:buFontTx/>
              <a:buNone/>
            </a:pPr>
            <a:r>
              <a:rPr lang="en-US" dirty="0"/>
              <a:t>The mental (emotional) states that has the potential of aesthetic experience</a:t>
            </a:r>
          </a:p>
          <a:p>
            <a:pPr eaLnBrk="1" hangingPunct="1">
              <a:buFontTx/>
              <a:buNone/>
            </a:pPr>
            <a:endParaRPr lang="en-US" dirty="0"/>
          </a:p>
          <a:p>
            <a:pPr eaLnBrk="1" hangingPunct="1">
              <a:buFontTx/>
              <a:buNone/>
            </a:pPr>
            <a:endParaRPr lang="en-US" dirty="0"/>
          </a:p>
          <a:p>
            <a:pPr eaLnBrk="1" hangingPunct="1">
              <a:buFontTx/>
              <a:buNone/>
            </a:pPr>
            <a:r>
              <a:rPr lang="en-US" dirty="0"/>
              <a:t>RASA</a:t>
            </a:r>
          </a:p>
          <a:p>
            <a:pPr algn="ctr" eaLnBrk="1" hangingPunct="1">
              <a:buFontTx/>
              <a:buNone/>
            </a:pPr>
            <a:r>
              <a:rPr lang="en-US" dirty="0"/>
              <a:t>	The relishing of the emotional experience</a:t>
            </a:r>
          </a:p>
          <a:p>
            <a:pPr algn="ctr" eaLnBrk="1" hangingPunct="1">
              <a:buFontTx/>
              <a:buNone/>
            </a:pPr>
            <a:r>
              <a:rPr lang="en-US" dirty="0"/>
              <a:t> or </a:t>
            </a:r>
          </a:p>
          <a:p>
            <a:pPr algn="ctr" eaLnBrk="1" hangingPunct="1">
              <a:buFontTx/>
              <a:buNone/>
            </a:pPr>
            <a:r>
              <a:rPr lang="en-US" dirty="0"/>
              <a:t>The enjoyment or experience created in the minds of sympathetic audience</a:t>
            </a:r>
          </a:p>
        </p:txBody>
      </p:sp>
    </p:spTree>
  </p:cSld>
  <p:clrMapOvr>
    <a:masterClrMapping/>
  </p:clrMapOvr>
  <p:transition>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68963">
                                            <p:txEl>
                                              <p:pRg st="5" end="5"/>
                                            </p:txEl>
                                          </p:spTgt>
                                        </p:tgtEl>
                                        <p:attrNameLst>
                                          <p:attrName>style.visibility</p:attrName>
                                        </p:attrNameLst>
                                      </p:cBhvr>
                                      <p:to>
                                        <p:strVal val="visible"/>
                                      </p:to>
                                    </p:set>
                                    <p:anim calcmode="lin" valueType="num">
                                      <p:cBhvr additive="base">
                                        <p:cTn id="7" dur="500" fill="hold"/>
                                        <p:tgtEl>
                                          <p:spTgt spid="168963">
                                            <p:txEl>
                                              <p:pRg st="5" end="5"/>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68963">
                                            <p:txEl>
                                              <p:pRg st="5" end="5"/>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168963">
                                            <p:txEl>
                                              <p:pRg st="6" end="6"/>
                                            </p:txEl>
                                          </p:spTgt>
                                        </p:tgtEl>
                                        <p:attrNameLst>
                                          <p:attrName>style.visibility</p:attrName>
                                        </p:attrNameLst>
                                      </p:cBhvr>
                                      <p:to>
                                        <p:strVal val="visible"/>
                                      </p:to>
                                    </p:set>
                                    <p:anim calcmode="lin" valueType="num">
                                      <p:cBhvr additive="base">
                                        <p:cTn id="11" dur="500" fill="hold"/>
                                        <p:tgtEl>
                                          <p:spTgt spid="168963">
                                            <p:txEl>
                                              <p:pRg st="6" end="6"/>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168963">
                                            <p:txEl>
                                              <p:pRg st="6" end="6"/>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168963">
                                            <p:txEl>
                                              <p:pRg st="7" end="7"/>
                                            </p:txEl>
                                          </p:spTgt>
                                        </p:tgtEl>
                                        <p:attrNameLst>
                                          <p:attrName>style.visibility</p:attrName>
                                        </p:attrNameLst>
                                      </p:cBhvr>
                                      <p:to>
                                        <p:strVal val="visible"/>
                                      </p:to>
                                    </p:set>
                                    <p:anim calcmode="lin" valueType="num">
                                      <p:cBhvr additive="base">
                                        <p:cTn id="15" dur="500" fill="hold"/>
                                        <p:tgtEl>
                                          <p:spTgt spid="168963">
                                            <p:txEl>
                                              <p:pRg st="7" end="7"/>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168963">
                                            <p:txEl>
                                              <p:pRg st="7" end="7"/>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168963">
                                            <p:txEl>
                                              <p:pRg st="8" end="8"/>
                                            </p:txEl>
                                          </p:spTgt>
                                        </p:tgtEl>
                                        <p:attrNameLst>
                                          <p:attrName>style.visibility</p:attrName>
                                        </p:attrNameLst>
                                      </p:cBhvr>
                                      <p:to>
                                        <p:strVal val="visible"/>
                                      </p:to>
                                    </p:set>
                                    <p:anim calcmode="lin" valueType="num">
                                      <p:cBhvr additive="base">
                                        <p:cTn id="19" dur="500" fill="hold"/>
                                        <p:tgtEl>
                                          <p:spTgt spid="168963">
                                            <p:txEl>
                                              <p:pRg st="8" end="8"/>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68963">
                                            <p:txEl>
                                              <p:pRg st="8" end="8"/>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12"/>
          <p:cNvSpPr>
            <a:spLocks noGrp="1" noChangeArrowheads="1"/>
          </p:cNvSpPr>
          <p:nvPr>
            <p:ph type="ctrTitle"/>
          </p:nvPr>
        </p:nvSpPr>
        <p:spPr>
          <a:xfrm>
            <a:off x="609600" y="2667001"/>
            <a:ext cx="7772400" cy="1470025"/>
          </a:xfrm>
        </p:spPr>
        <p:txBody>
          <a:bodyPr/>
          <a:lstStyle/>
          <a:p>
            <a:pPr eaLnBrk="1" hangingPunct="1"/>
            <a:r>
              <a:rPr lang="en-US" sz="5400" dirty="0"/>
              <a:t>Understanding ‘Rasa’</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5" name="Rectangle 2"/>
          <p:cNvSpPr>
            <a:spLocks noGrp="1" noChangeArrowheads="1"/>
          </p:cNvSpPr>
          <p:nvPr>
            <p:ph type="title"/>
          </p:nvPr>
        </p:nvSpPr>
        <p:spPr/>
        <p:txBody>
          <a:bodyPr/>
          <a:lstStyle/>
          <a:p>
            <a:pPr eaLnBrk="1" hangingPunct="1"/>
            <a:r>
              <a:rPr lang="en-US" dirty="0"/>
              <a:t>Relishing Rasa</a:t>
            </a:r>
          </a:p>
        </p:txBody>
      </p:sp>
      <p:sp>
        <p:nvSpPr>
          <p:cNvPr id="5126" name="Rectangle 3"/>
          <p:cNvSpPr>
            <a:spLocks noGrp="1" noChangeArrowheads="1"/>
          </p:cNvSpPr>
          <p:nvPr>
            <p:ph idx="1"/>
          </p:nvPr>
        </p:nvSpPr>
        <p:spPr/>
        <p:txBody>
          <a:bodyPr>
            <a:normAutofit/>
          </a:bodyPr>
          <a:lstStyle/>
          <a:p>
            <a:pPr eaLnBrk="1" hangingPunct="1">
              <a:lnSpc>
                <a:spcPct val="90000"/>
              </a:lnSpc>
            </a:pPr>
            <a:r>
              <a:rPr lang="en-US"/>
              <a:t>The rasikas enjoy in their heart the durable psychological states when these are represented by an expression of the various psychological states with words, gestures and sattva. </a:t>
            </a:r>
          </a:p>
          <a:p>
            <a:pPr eaLnBrk="1" hangingPunct="1">
              <a:lnSpc>
                <a:spcPct val="90000"/>
              </a:lnSpc>
            </a:pPr>
            <a:endParaRPr lang="en-US"/>
          </a:p>
          <a:p>
            <a:pPr eaLnBrk="1" hangingPunct="1">
              <a:lnSpc>
                <a:spcPct val="90000"/>
              </a:lnSpc>
            </a:pPr>
            <a:r>
              <a:rPr lang="en-US"/>
              <a:t>Thus, as we taste food, we also taste rasa.</a:t>
            </a:r>
          </a:p>
          <a:p>
            <a:pPr eaLnBrk="1" hangingPunct="1">
              <a:lnSpc>
                <a:spcPct val="90000"/>
              </a:lnSpc>
            </a:pPr>
            <a:endParaRPr lang="en-US"/>
          </a:p>
          <a:p>
            <a:pPr eaLnBrk="1" hangingPunct="1">
              <a:lnSpc>
                <a:spcPct val="90000"/>
              </a:lnSpc>
            </a:pPr>
            <a:r>
              <a:rPr lang="en-US"/>
              <a:t>We use taste buds/ tongue to taste food whereas we use heart to taste rasa.</a:t>
            </a:r>
          </a:p>
          <a:p>
            <a:pPr eaLnBrk="1" hangingPunct="1">
              <a:lnSpc>
                <a:spcPct val="90000"/>
              </a:lnSpc>
            </a:pPr>
            <a:endParaRPr lang="en-US"/>
          </a:p>
        </p:txBody>
      </p:sp>
      <p:sp>
        <p:nvSpPr>
          <p:cNvPr id="4" name="Date Placeholder 3"/>
          <p:cNvSpPr>
            <a:spLocks noGrp="1"/>
          </p:cNvSpPr>
          <p:nvPr>
            <p:ph type="dt" sz="half" idx="10"/>
          </p:nvPr>
        </p:nvSpPr>
        <p:spPr/>
        <p:txBody>
          <a:bodyPr/>
          <a:lstStyle/>
          <a:p>
            <a:pPr>
              <a:defRPr/>
            </a:pPr>
            <a:fld id="{9F19A562-2FC6-4DD3-9B7F-8C30D796C6A7}" type="datetime4">
              <a:rPr lang="en-US"/>
              <a:pPr>
                <a:defRPr/>
              </a:pPr>
              <a:t>May 24, 2023</a:t>
            </a:fld>
            <a:endParaRPr lang="en-US"/>
          </a:p>
        </p:txBody>
      </p:sp>
      <p:sp>
        <p:nvSpPr>
          <p:cNvPr id="6" name="Slide Number Placeholder 5"/>
          <p:cNvSpPr>
            <a:spLocks noGrp="1"/>
          </p:cNvSpPr>
          <p:nvPr>
            <p:ph type="sldNum" sz="quarter" idx="12"/>
          </p:nvPr>
        </p:nvSpPr>
        <p:spPr/>
        <p:txBody>
          <a:bodyPr>
            <a:normAutofit/>
          </a:bodyPr>
          <a:lstStyle/>
          <a:p>
            <a:pPr>
              <a:defRPr/>
            </a:pPr>
            <a:fld id="{927DDA76-E963-414B-BD78-B7137F68BCBC}" type="slidenum">
              <a:rPr lang="en-US"/>
              <a:pPr>
                <a:defRPr/>
              </a:pPr>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9" name="Rectangle 2"/>
          <p:cNvSpPr>
            <a:spLocks noGrp="1" noChangeArrowheads="1"/>
          </p:cNvSpPr>
          <p:nvPr>
            <p:ph type="title"/>
          </p:nvPr>
        </p:nvSpPr>
        <p:spPr/>
        <p:txBody>
          <a:bodyPr/>
          <a:lstStyle/>
          <a:p>
            <a:pPr eaLnBrk="1" hangingPunct="1"/>
            <a:r>
              <a:rPr lang="en-US"/>
              <a:t>The Rasas</a:t>
            </a:r>
          </a:p>
        </p:txBody>
      </p:sp>
      <p:sp>
        <p:nvSpPr>
          <p:cNvPr id="6150" name="Rectangle 3"/>
          <p:cNvSpPr>
            <a:spLocks noGrp="1" noChangeArrowheads="1"/>
          </p:cNvSpPr>
          <p:nvPr>
            <p:ph idx="1"/>
          </p:nvPr>
        </p:nvSpPr>
        <p:spPr/>
        <p:txBody>
          <a:bodyPr>
            <a:normAutofit/>
          </a:bodyPr>
          <a:lstStyle/>
          <a:p>
            <a:pPr marL="0" indent="0" eaLnBrk="1" hangingPunct="1">
              <a:buNone/>
            </a:pPr>
            <a:r>
              <a:rPr lang="en-US" sz="2800" dirty="0"/>
              <a:t>Bharata has mentioned only 8 Rasas:</a:t>
            </a:r>
          </a:p>
          <a:p>
            <a:pPr marL="0" indent="0" eaLnBrk="1" hangingPunct="1">
              <a:buNone/>
            </a:pPr>
            <a:endParaRPr lang="en-US" sz="2800" dirty="0"/>
          </a:p>
          <a:p>
            <a:pPr lvl="1" eaLnBrk="1" hangingPunct="1"/>
            <a:r>
              <a:rPr lang="en-US" dirty="0" err="1"/>
              <a:t>Srngara</a:t>
            </a:r>
            <a:endParaRPr lang="en-US" dirty="0"/>
          </a:p>
          <a:p>
            <a:pPr lvl="1" eaLnBrk="1" hangingPunct="1"/>
            <a:r>
              <a:rPr lang="en-US" dirty="0"/>
              <a:t>Veera</a:t>
            </a:r>
          </a:p>
          <a:p>
            <a:pPr lvl="1" eaLnBrk="1" hangingPunct="1"/>
            <a:r>
              <a:rPr lang="en-US" dirty="0"/>
              <a:t>Karuna</a:t>
            </a:r>
          </a:p>
          <a:p>
            <a:pPr lvl="1" eaLnBrk="1" hangingPunct="1"/>
            <a:r>
              <a:rPr lang="en-US" dirty="0" err="1"/>
              <a:t>Hasya</a:t>
            </a:r>
            <a:endParaRPr lang="en-US" dirty="0"/>
          </a:p>
          <a:p>
            <a:pPr lvl="1" eaLnBrk="1" hangingPunct="1"/>
            <a:r>
              <a:rPr lang="en-US" dirty="0" err="1"/>
              <a:t>Roudra</a:t>
            </a:r>
            <a:endParaRPr lang="en-US" dirty="0"/>
          </a:p>
          <a:p>
            <a:pPr lvl="1" eaLnBrk="1" hangingPunct="1"/>
            <a:r>
              <a:rPr lang="en-US" dirty="0" err="1"/>
              <a:t>Vibhatsa</a:t>
            </a:r>
            <a:endParaRPr lang="en-US" dirty="0"/>
          </a:p>
          <a:p>
            <a:pPr lvl="1" eaLnBrk="1" hangingPunct="1"/>
            <a:r>
              <a:rPr lang="en-US" dirty="0" err="1"/>
              <a:t>Bhayanaka</a:t>
            </a:r>
            <a:endParaRPr lang="en-US" dirty="0"/>
          </a:p>
          <a:p>
            <a:pPr lvl="1" eaLnBrk="1" hangingPunct="1"/>
            <a:r>
              <a:rPr lang="en-US" dirty="0" err="1"/>
              <a:t>Adbhuta</a:t>
            </a:r>
            <a:endParaRPr lang="en-US" dirty="0"/>
          </a:p>
        </p:txBody>
      </p:sp>
      <p:sp>
        <p:nvSpPr>
          <p:cNvPr id="4" name="Date Placeholder 3"/>
          <p:cNvSpPr>
            <a:spLocks noGrp="1"/>
          </p:cNvSpPr>
          <p:nvPr>
            <p:ph type="dt" sz="half" idx="10"/>
          </p:nvPr>
        </p:nvSpPr>
        <p:spPr/>
        <p:txBody>
          <a:bodyPr/>
          <a:lstStyle/>
          <a:p>
            <a:pPr>
              <a:defRPr/>
            </a:pPr>
            <a:fld id="{6245E479-5605-4271-B787-FBFED946DEC5}" type="datetime4">
              <a:rPr lang="en-US"/>
              <a:pPr>
                <a:defRPr/>
              </a:pPr>
              <a:t>May 24, 2023</a:t>
            </a:fld>
            <a:endParaRPr lang="en-US"/>
          </a:p>
        </p:txBody>
      </p:sp>
      <p:sp>
        <p:nvSpPr>
          <p:cNvPr id="6" name="Slide Number Placeholder 5"/>
          <p:cNvSpPr>
            <a:spLocks noGrp="1"/>
          </p:cNvSpPr>
          <p:nvPr>
            <p:ph type="sldNum" sz="quarter" idx="12"/>
          </p:nvPr>
        </p:nvSpPr>
        <p:spPr/>
        <p:txBody>
          <a:bodyPr>
            <a:normAutofit/>
          </a:bodyPr>
          <a:lstStyle/>
          <a:p>
            <a:pPr>
              <a:defRPr/>
            </a:pPr>
            <a:fld id="{F108DE84-8693-46D6-B743-ACB0852FAD72}" type="slidenum">
              <a:rPr lang="en-US"/>
              <a:pPr>
                <a:defRPr/>
              </a:pPr>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3" name="Rectangle 2"/>
          <p:cNvSpPr>
            <a:spLocks noGrp="1" noChangeArrowheads="1"/>
          </p:cNvSpPr>
          <p:nvPr>
            <p:ph type="title"/>
          </p:nvPr>
        </p:nvSpPr>
        <p:spPr/>
        <p:txBody>
          <a:bodyPr/>
          <a:lstStyle/>
          <a:p>
            <a:pPr eaLnBrk="1" hangingPunct="1"/>
            <a:r>
              <a:rPr lang="en-US"/>
              <a:t>The 4 Permanent Rasas</a:t>
            </a:r>
          </a:p>
        </p:txBody>
      </p:sp>
      <p:sp>
        <p:nvSpPr>
          <p:cNvPr id="7174" name="Rectangle 3"/>
          <p:cNvSpPr>
            <a:spLocks noGrp="1" noChangeArrowheads="1"/>
          </p:cNvSpPr>
          <p:nvPr>
            <p:ph idx="1"/>
          </p:nvPr>
        </p:nvSpPr>
        <p:spPr/>
        <p:txBody>
          <a:bodyPr/>
          <a:lstStyle/>
          <a:p>
            <a:pPr eaLnBrk="1" hangingPunct="1">
              <a:buFontTx/>
              <a:buNone/>
            </a:pPr>
            <a:r>
              <a:rPr lang="en-US" dirty="0"/>
              <a:t>According to Bharata, there is actually 4 permanent</a:t>
            </a:r>
          </a:p>
          <a:p>
            <a:pPr eaLnBrk="1" hangingPunct="1">
              <a:buFontTx/>
              <a:buNone/>
            </a:pPr>
            <a:r>
              <a:rPr lang="en-US" dirty="0"/>
              <a:t>Rasas and the other four are outcome from this rasas:</a:t>
            </a:r>
          </a:p>
          <a:p>
            <a:pPr eaLnBrk="1" hangingPunct="1">
              <a:buFontTx/>
              <a:buNone/>
            </a:pPr>
            <a:endParaRPr lang="en-US" dirty="0"/>
          </a:p>
          <a:p>
            <a:pPr eaLnBrk="1" hangingPunct="1">
              <a:buFontTx/>
              <a:buNone/>
            </a:pPr>
            <a:r>
              <a:rPr lang="en-US" dirty="0" err="1"/>
              <a:t>Srngara</a:t>
            </a:r>
            <a:r>
              <a:rPr lang="en-US" dirty="0"/>
              <a:t> 			</a:t>
            </a:r>
            <a:r>
              <a:rPr lang="en-US" dirty="0" err="1"/>
              <a:t>Hasya</a:t>
            </a:r>
            <a:endParaRPr lang="en-US" dirty="0"/>
          </a:p>
          <a:p>
            <a:pPr eaLnBrk="1" hangingPunct="1">
              <a:buFontTx/>
              <a:buNone/>
            </a:pPr>
            <a:r>
              <a:rPr lang="en-US" dirty="0" err="1"/>
              <a:t>Roudra</a:t>
            </a:r>
            <a:r>
              <a:rPr lang="en-US" dirty="0"/>
              <a:t>			Karuna</a:t>
            </a:r>
          </a:p>
          <a:p>
            <a:pPr eaLnBrk="1" hangingPunct="1">
              <a:buFontTx/>
              <a:buNone/>
            </a:pPr>
            <a:r>
              <a:rPr lang="en-US" dirty="0" err="1"/>
              <a:t>Bibhatsa</a:t>
            </a:r>
            <a:r>
              <a:rPr lang="en-US" dirty="0"/>
              <a:t>			</a:t>
            </a:r>
            <a:r>
              <a:rPr lang="en-US" dirty="0" err="1"/>
              <a:t>Bhayanaka</a:t>
            </a:r>
            <a:endParaRPr lang="en-US" dirty="0"/>
          </a:p>
          <a:p>
            <a:pPr eaLnBrk="1" hangingPunct="1">
              <a:buFontTx/>
              <a:buNone/>
            </a:pPr>
            <a:r>
              <a:rPr lang="en-US" dirty="0"/>
              <a:t>Veera				</a:t>
            </a:r>
            <a:r>
              <a:rPr lang="en-US" dirty="0" err="1"/>
              <a:t>Adbhuta</a:t>
            </a:r>
            <a:endParaRPr lang="en-US" dirty="0"/>
          </a:p>
        </p:txBody>
      </p:sp>
      <p:sp>
        <p:nvSpPr>
          <p:cNvPr id="4" name="Date Placeholder 3"/>
          <p:cNvSpPr>
            <a:spLocks noGrp="1"/>
          </p:cNvSpPr>
          <p:nvPr>
            <p:ph type="dt" sz="half" idx="10"/>
          </p:nvPr>
        </p:nvSpPr>
        <p:spPr/>
        <p:txBody>
          <a:bodyPr/>
          <a:lstStyle/>
          <a:p>
            <a:pPr>
              <a:defRPr/>
            </a:pPr>
            <a:fld id="{98666247-1E09-4A59-B0EA-EE526A75D1AA}" type="datetime4">
              <a:rPr lang="en-US"/>
              <a:pPr>
                <a:defRPr/>
              </a:pPr>
              <a:t>May 24, 2023</a:t>
            </a:fld>
            <a:endParaRPr lang="en-US"/>
          </a:p>
        </p:txBody>
      </p:sp>
      <p:sp>
        <p:nvSpPr>
          <p:cNvPr id="6" name="Slide Number Placeholder 5"/>
          <p:cNvSpPr>
            <a:spLocks noGrp="1"/>
          </p:cNvSpPr>
          <p:nvPr>
            <p:ph type="sldNum" sz="quarter" idx="12"/>
          </p:nvPr>
        </p:nvSpPr>
        <p:spPr/>
        <p:txBody>
          <a:bodyPr>
            <a:normAutofit/>
          </a:bodyPr>
          <a:lstStyle/>
          <a:p>
            <a:pPr>
              <a:defRPr/>
            </a:pPr>
            <a:fld id="{65A13146-58CA-4CC5-9BAA-A0BCFB3CA62B}" type="slidenum">
              <a:rPr lang="en-US"/>
              <a:pPr>
                <a:defRPr/>
              </a:pPr>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29" name="Rectangle 51"/>
          <p:cNvSpPr>
            <a:spLocks noGrp="1" noChangeArrowheads="1"/>
          </p:cNvSpPr>
          <p:nvPr>
            <p:ph type="title"/>
          </p:nvPr>
        </p:nvSpPr>
        <p:spPr/>
        <p:txBody>
          <a:bodyPr/>
          <a:lstStyle/>
          <a:p>
            <a:pPr eaLnBrk="1" hangingPunct="1"/>
            <a:r>
              <a:rPr lang="en-US" dirty="0"/>
              <a:t>Number of </a:t>
            </a:r>
            <a:r>
              <a:rPr lang="en-US" dirty="0" err="1"/>
              <a:t>Sthayi</a:t>
            </a:r>
            <a:r>
              <a:rPr lang="en-US" dirty="0"/>
              <a:t> </a:t>
            </a:r>
            <a:r>
              <a:rPr lang="en-US" dirty="0" err="1"/>
              <a:t>Bhava</a:t>
            </a:r>
            <a:endParaRPr lang="en-US" dirty="0"/>
          </a:p>
        </p:txBody>
      </p:sp>
      <p:sp>
        <p:nvSpPr>
          <p:cNvPr id="35" name="Date Placeholder 3"/>
          <p:cNvSpPr>
            <a:spLocks noGrp="1"/>
          </p:cNvSpPr>
          <p:nvPr>
            <p:ph type="dt" sz="half" idx="10"/>
          </p:nvPr>
        </p:nvSpPr>
        <p:spPr/>
        <p:txBody>
          <a:bodyPr/>
          <a:lstStyle/>
          <a:p>
            <a:pPr>
              <a:defRPr/>
            </a:pPr>
            <a:fld id="{0117F90C-5AF1-4D94-95B7-47D1996C1482}" type="datetime4">
              <a:rPr lang="en-US"/>
              <a:pPr>
                <a:defRPr/>
              </a:pPr>
              <a:t>May 24, 2023</a:t>
            </a:fld>
            <a:endParaRPr lang="en-US"/>
          </a:p>
        </p:txBody>
      </p:sp>
      <p:sp>
        <p:nvSpPr>
          <p:cNvPr id="37" name="Slide Number Placeholder 5"/>
          <p:cNvSpPr>
            <a:spLocks noGrp="1"/>
          </p:cNvSpPr>
          <p:nvPr>
            <p:ph type="sldNum" sz="quarter" idx="12"/>
          </p:nvPr>
        </p:nvSpPr>
        <p:spPr/>
        <p:txBody>
          <a:bodyPr>
            <a:normAutofit/>
          </a:bodyPr>
          <a:lstStyle/>
          <a:p>
            <a:pPr>
              <a:defRPr/>
            </a:pPr>
            <a:fld id="{637CD8FD-C235-4FC5-B4E1-D0E845306AAB}" type="slidenum">
              <a:rPr lang="en-US"/>
              <a:pPr>
                <a:defRPr/>
              </a:pPr>
              <a:t>20</a:t>
            </a:fld>
            <a:endParaRPr lang="en-US"/>
          </a:p>
        </p:txBody>
      </p:sp>
      <p:graphicFrame>
        <p:nvGraphicFramePr>
          <p:cNvPr id="19506" name="Group 50"/>
          <p:cNvGraphicFramePr>
            <a:graphicFrameLocks noGrp="1"/>
          </p:cNvGraphicFramePr>
          <p:nvPr>
            <p:extLst>
              <p:ext uri="{D42A27DB-BD31-4B8C-83A1-F6EECF244321}">
                <p14:modId xmlns:p14="http://schemas.microsoft.com/office/powerpoint/2010/main" val="1830997917"/>
              </p:ext>
            </p:extLst>
          </p:nvPr>
        </p:nvGraphicFramePr>
        <p:xfrm>
          <a:off x="652445" y="1219200"/>
          <a:ext cx="7772400" cy="4114800"/>
        </p:xfrm>
        <a:graphic>
          <a:graphicData uri="http://schemas.openxmlformats.org/drawingml/2006/table">
            <a:tbl>
              <a:tblPr/>
              <a:tblGrid>
                <a:gridCol w="3920412">
                  <a:extLst>
                    <a:ext uri="{9D8B030D-6E8A-4147-A177-3AD203B41FA5}">
                      <a16:colId xmlns:a16="http://schemas.microsoft.com/office/drawing/2014/main" val="20000"/>
                    </a:ext>
                  </a:extLst>
                </a:gridCol>
                <a:gridCol w="3851988">
                  <a:extLst>
                    <a:ext uri="{9D8B030D-6E8A-4147-A177-3AD203B41FA5}">
                      <a16:colId xmlns:a16="http://schemas.microsoft.com/office/drawing/2014/main" val="20001"/>
                    </a:ext>
                  </a:extLst>
                </a:gridCol>
              </a:tblGrid>
              <a:tr h="38138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1" i="0" u="none" strike="noStrike" cap="none" normalizeH="0" baseline="0" dirty="0">
                          <a:ln>
                            <a:noFill/>
                          </a:ln>
                          <a:solidFill>
                            <a:schemeClr val="bg1"/>
                          </a:solidFill>
                          <a:effectLst/>
                          <a:latin typeface="Tahoma" pitchFamily="34" charset="0"/>
                        </a:rPr>
                        <a:t>Bhava</a:t>
                      </a:r>
                    </a:p>
                  </a:txBody>
                  <a:tcPr anchor="ctr" horzOverflow="overflow">
                    <a:lnL w="38100" cap="flat" cmpd="sng" algn="ctr">
                      <a:solidFill>
                        <a:srgbClr val="FF6600"/>
                      </a:solidFill>
                      <a:prstDash val="solid"/>
                      <a:round/>
                      <a:headEnd type="none" w="med" len="med"/>
                      <a:tailEnd type="none" w="med" len="med"/>
                    </a:lnL>
                    <a:lnR w="12700" cap="flat" cmpd="sng" algn="ctr">
                      <a:solidFill>
                        <a:srgbClr val="FF6600"/>
                      </a:solidFill>
                      <a:prstDash val="solid"/>
                      <a:round/>
                      <a:headEnd type="none" w="med" len="med"/>
                      <a:tailEnd type="none" w="med" len="med"/>
                    </a:lnR>
                    <a:lnT w="38100" cap="flat" cmpd="sng" algn="ctr">
                      <a:solidFill>
                        <a:srgbClr val="FF6600"/>
                      </a:solidFill>
                      <a:prstDash val="solid"/>
                      <a:round/>
                      <a:headEnd type="none" w="med" len="med"/>
                      <a:tailEnd type="none" w="med" len="med"/>
                    </a:lnT>
                    <a:lnB w="12700" cap="flat" cmpd="sng" algn="ctr">
                      <a:solidFill>
                        <a:srgbClr val="FF66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1" i="0" u="none" strike="noStrike" cap="none" normalizeH="0" baseline="0">
                          <a:ln>
                            <a:noFill/>
                          </a:ln>
                          <a:solidFill>
                            <a:schemeClr val="bg1"/>
                          </a:solidFill>
                          <a:effectLst/>
                          <a:latin typeface="Tahoma" pitchFamily="34" charset="0"/>
                        </a:rPr>
                        <a:t>Rasa</a:t>
                      </a:r>
                    </a:p>
                  </a:txBody>
                  <a:tcPr anchor="ctr" horzOverflow="overflow">
                    <a:lnL w="12700" cap="flat" cmpd="sng" algn="ctr">
                      <a:solidFill>
                        <a:srgbClr val="FF6600"/>
                      </a:solidFill>
                      <a:prstDash val="solid"/>
                      <a:round/>
                      <a:headEnd type="none" w="med" len="med"/>
                      <a:tailEnd type="none" w="med" len="med"/>
                    </a:lnL>
                    <a:lnR w="38100" cap="flat" cmpd="sng" algn="ctr">
                      <a:solidFill>
                        <a:srgbClr val="FF6600"/>
                      </a:solidFill>
                      <a:prstDash val="solid"/>
                      <a:round/>
                      <a:headEnd type="none" w="med" len="med"/>
                      <a:tailEnd type="none" w="med" len="med"/>
                    </a:lnR>
                    <a:lnT w="38100" cap="flat" cmpd="sng" algn="ctr">
                      <a:solidFill>
                        <a:srgbClr val="FF6600"/>
                      </a:solidFill>
                      <a:prstDash val="solid"/>
                      <a:round/>
                      <a:headEnd type="none" w="med" len="med"/>
                      <a:tailEnd type="none" w="med" len="med"/>
                    </a:lnT>
                    <a:lnB w="12700" cap="flat" cmpd="sng" algn="ctr">
                      <a:solidFill>
                        <a:srgbClr val="FF66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8138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bg1"/>
                          </a:solidFill>
                          <a:effectLst/>
                          <a:latin typeface="Tahoma" pitchFamily="34" charset="0"/>
                        </a:rPr>
                        <a:t>Rati (Love)</a:t>
                      </a:r>
                    </a:p>
                  </a:txBody>
                  <a:tcPr anchor="ctr" horzOverflow="overflow">
                    <a:lnL w="38100" cap="flat" cmpd="sng" algn="ctr">
                      <a:solidFill>
                        <a:srgbClr val="FF6600"/>
                      </a:solidFill>
                      <a:prstDash val="solid"/>
                      <a:round/>
                      <a:headEnd type="none" w="med" len="med"/>
                      <a:tailEnd type="none" w="med" len="med"/>
                    </a:lnL>
                    <a:lnR w="12700" cap="flat" cmpd="sng" algn="ctr">
                      <a:solidFill>
                        <a:srgbClr val="FF6600"/>
                      </a:solidFill>
                      <a:prstDash val="solid"/>
                      <a:round/>
                      <a:headEnd type="none" w="med" len="med"/>
                      <a:tailEnd type="none" w="med" len="med"/>
                    </a:lnR>
                    <a:lnT w="12700" cap="flat" cmpd="sng" algn="ctr">
                      <a:solidFill>
                        <a:srgbClr val="FF6600"/>
                      </a:solidFill>
                      <a:prstDash val="solid"/>
                      <a:round/>
                      <a:headEnd type="none" w="med" len="med"/>
                      <a:tailEnd type="none" w="med" len="med"/>
                    </a:lnT>
                    <a:lnB w="12700" cap="flat" cmpd="sng" algn="ctr">
                      <a:solidFill>
                        <a:srgbClr val="FF66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bg1"/>
                          </a:solidFill>
                          <a:effectLst/>
                          <a:latin typeface="Tahoma" pitchFamily="34" charset="0"/>
                        </a:rPr>
                        <a:t>Srngara (Erotic)</a:t>
                      </a:r>
                    </a:p>
                  </a:txBody>
                  <a:tcPr anchor="ctr" horzOverflow="overflow">
                    <a:lnL w="12700" cap="flat" cmpd="sng" algn="ctr">
                      <a:solidFill>
                        <a:srgbClr val="FF6600"/>
                      </a:solidFill>
                      <a:prstDash val="solid"/>
                      <a:round/>
                      <a:headEnd type="none" w="med" len="med"/>
                      <a:tailEnd type="none" w="med" len="med"/>
                    </a:lnL>
                    <a:lnR w="38100" cap="flat" cmpd="sng" algn="ctr">
                      <a:solidFill>
                        <a:srgbClr val="FF6600"/>
                      </a:solidFill>
                      <a:prstDash val="solid"/>
                      <a:round/>
                      <a:headEnd type="none" w="med" len="med"/>
                      <a:tailEnd type="none" w="med" len="med"/>
                    </a:lnR>
                    <a:lnT w="12700" cap="flat" cmpd="sng" algn="ctr">
                      <a:solidFill>
                        <a:srgbClr val="FF6600"/>
                      </a:solidFill>
                      <a:prstDash val="solid"/>
                      <a:round/>
                      <a:headEnd type="none" w="med" len="med"/>
                      <a:tailEnd type="none" w="med" len="med"/>
                    </a:lnT>
                    <a:lnB w="12700" cap="flat" cmpd="sng" algn="ctr">
                      <a:solidFill>
                        <a:srgbClr val="FF66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56529">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dirty="0" err="1">
                          <a:ln>
                            <a:noFill/>
                          </a:ln>
                          <a:solidFill>
                            <a:schemeClr val="bg1"/>
                          </a:solidFill>
                          <a:effectLst/>
                          <a:latin typeface="Tahoma" pitchFamily="34" charset="0"/>
                        </a:rPr>
                        <a:t>Hasa</a:t>
                      </a:r>
                      <a:r>
                        <a:rPr kumimoji="0" lang="en-US" sz="2000" b="0" i="0" u="none" strike="noStrike" cap="none" normalizeH="0" baseline="0" dirty="0">
                          <a:ln>
                            <a:noFill/>
                          </a:ln>
                          <a:solidFill>
                            <a:schemeClr val="bg1"/>
                          </a:solidFill>
                          <a:effectLst/>
                          <a:latin typeface="Tahoma" pitchFamily="34" charset="0"/>
                        </a:rPr>
                        <a:t> (laughter/amusement)</a:t>
                      </a:r>
                    </a:p>
                  </a:txBody>
                  <a:tcPr anchor="ctr" horzOverflow="overflow">
                    <a:lnL w="38100" cap="flat" cmpd="sng" algn="ctr">
                      <a:solidFill>
                        <a:srgbClr val="FF6600"/>
                      </a:solidFill>
                      <a:prstDash val="solid"/>
                      <a:round/>
                      <a:headEnd type="none" w="med" len="med"/>
                      <a:tailEnd type="none" w="med" len="med"/>
                    </a:lnL>
                    <a:lnR w="12700" cap="flat" cmpd="sng" algn="ctr">
                      <a:solidFill>
                        <a:srgbClr val="FF6600"/>
                      </a:solidFill>
                      <a:prstDash val="solid"/>
                      <a:round/>
                      <a:headEnd type="none" w="med" len="med"/>
                      <a:tailEnd type="none" w="med" len="med"/>
                    </a:lnR>
                    <a:lnT w="12700" cap="flat" cmpd="sng" algn="ctr">
                      <a:solidFill>
                        <a:srgbClr val="FF6600"/>
                      </a:solidFill>
                      <a:prstDash val="solid"/>
                      <a:round/>
                      <a:headEnd type="none" w="med" len="med"/>
                      <a:tailEnd type="none" w="med" len="med"/>
                    </a:lnT>
                    <a:lnB w="12700" cap="flat" cmpd="sng" algn="ctr">
                      <a:solidFill>
                        <a:srgbClr val="FF66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dirty="0" err="1">
                          <a:ln>
                            <a:noFill/>
                          </a:ln>
                          <a:solidFill>
                            <a:schemeClr val="bg1"/>
                          </a:solidFill>
                          <a:effectLst/>
                          <a:latin typeface="Tahoma" pitchFamily="34" charset="0"/>
                        </a:rPr>
                        <a:t>Hasya</a:t>
                      </a:r>
                      <a:r>
                        <a:rPr kumimoji="0" lang="en-US" sz="2000" b="0" i="0" u="none" strike="noStrike" cap="none" normalizeH="0" baseline="0" dirty="0">
                          <a:ln>
                            <a:noFill/>
                          </a:ln>
                          <a:solidFill>
                            <a:schemeClr val="bg1"/>
                          </a:solidFill>
                          <a:effectLst/>
                          <a:latin typeface="Tahoma" pitchFamily="34" charset="0"/>
                        </a:rPr>
                        <a:t> (Comic)</a:t>
                      </a:r>
                    </a:p>
                  </a:txBody>
                  <a:tcPr anchor="ctr" horzOverflow="overflow">
                    <a:lnL w="12700" cap="flat" cmpd="sng" algn="ctr">
                      <a:solidFill>
                        <a:srgbClr val="FF6600"/>
                      </a:solidFill>
                      <a:prstDash val="solid"/>
                      <a:round/>
                      <a:headEnd type="none" w="med" len="med"/>
                      <a:tailEnd type="none" w="med" len="med"/>
                    </a:lnL>
                    <a:lnR w="38100" cap="flat" cmpd="sng" algn="ctr">
                      <a:solidFill>
                        <a:srgbClr val="FF6600"/>
                      </a:solidFill>
                      <a:prstDash val="solid"/>
                      <a:round/>
                      <a:headEnd type="none" w="med" len="med"/>
                      <a:tailEnd type="none" w="med" len="med"/>
                    </a:lnR>
                    <a:lnT w="12700" cap="flat" cmpd="sng" algn="ctr">
                      <a:solidFill>
                        <a:srgbClr val="FF6600"/>
                      </a:solidFill>
                      <a:prstDash val="solid"/>
                      <a:round/>
                      <a:headEnd type="none" w="med" len="med"/>
                      <a:tailEnd type="none" w="med" len="med"/>
                    </a:lnT>
                    <a:lnB w="12700" cap="flat" cmpd="sng" algn="ctr">
                      <a:solidFill>
                        <a:srgbClr val="FF66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8138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bg1"/>
                          </a:solidFill>
                          <a:effectLst/>
                          <a:latin typeface="Tahoma" pitchFamily="34" charset="0"/>
                        </a:rPr>
                        <a:t>Krodha (krodha)</a:t>
                      </a:r>
                    </a:p>
                  </a:txBody>
                  <a:tcPr anchor="ctr" horzOverflow="overflow">
                    <a:lnL w="38100" cap="flat" cmpd="sng" algn="ctr">
                      <a:solidFill>
                        <a:srgbClr val="FF6600"/>
                      </a:solidFill>
                      <a:prstDash val="solid"/>
                      <a:round/>
                      <a:headEnd type="none" w="med" len="med"/>
                      <a:tailEnd type="none" w="med" len="med"/>
                    </a:lnL>
                    <a:lnR w="12700" cap="flat" cmpd="sng" algn="ctr">
                      <a:solidFill>
                        <a:srgbClr val="FF6600"/>
                      </a:solidFill>
                      <a:prstDash val="solid"/>
                      <a:round/>
                      <a:headEnd type="none" w="med" len="med"/>
                      <a:tailEnd type="none" w="med" len="med"/>
                    </a:lnR>
                    <a:lnT w="12700" cap="flat" cmpd="sng" algn="ctr">
                      <a:solidFill>
                        <a:srgbClr val="FF6600"/>
                      </a:solidFill>
                      <a:prstDash val="solid"/>
                      <a:round/>
                      <a:headEnd type="none" w="med" len="med"/>
                      <a:tailEnd type="none" w="med" len="med"/>
                    </a:lnT>
                    <a:lnB w="12700" cap="flat" cmpd="sng" algn="ctr">
                      <a:solidFill>
                        <a:srgbClr val="FF66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bg1"/>
                          </a:solidFill>
                          <a:effectLst/>
                          <a:latin typeface="Tahoma" pitchFamily="34" charset="0"/>
                        </a:rPr>
                        <a:t>Roudra (Furious)</a:t>
                      </a:r>
                    </a:p>
                  </a:txBody>
                  <a:tcPr anchor="ctr" horzOverflow="overflow">
                    <a:lnL w="12700" cap="flat" cmpd="sng" algn="ctr">
                      <a:solidFill>
                        <a:srgbClr val="FF6600"/>
                      </a:solidFill>
                      <a:prstDash val="solid"/>
                      <a:round/>
                      <a:headEnd type="none" w="med" len="med"/>
                      <a:tailEnd type="none" w="med" len="med"/>
                    </a:lnL>
                    <a:lnR w="38100" cap="flat" cmpd="sng" algn="ctr">
                      <a:solidFill>
                        <a:srgbClr val="FF6600"/>
                      </a:solidFill>
                      <a:prstDash val="solid"/>
                      <a:round/>
                      <a:headEnd type="none" w="med" len="med"/>
                      <a:tailEnd type="none" w="med" len="med"/>
                    </a:lnR>
                    <a:lnT w="12700" cap="flat" cmpd="sng" algn="ctr">
                      <a:solidFill>
                        <a:srgbClr val="FF6600"/>
                      </a:solidFill>
                      <a:prstDash val="solid"/>
                      <a:round/>
                      <a:headEnd type="none" w="med" len="med"/>
                      <a:tailEnd type="none" w="med" len="med"/>
                    </a:lnT>
                    <a:lnB w="12700" cap="flat" cmpd="sng" algn="ctr">
                      <a:solidFill>
                        <a:srgbClr val="FF66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488351">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bg1"/>
                          </a:solidFill>
                          <a:effectLst/>
                          <a:latin typeface="Tahoma" pitchFamily="34" charset="0"/>
                        </a:rPr>
                        <a:t>Utsaha (Dynamic Energy)</a:t>
                      </a:r>
                    </a:p>
                  </a:txBody>
                  <a:tcPr anchor="ctr" horzOverflow="overflow">
                    <a:lnL w="38100" cap="flat" cmpd="sng" algn="ctr">
                      <a:solidFill>
                        <a:srgbClr val="FF6600"/>
                      </a:solidFill>
                      <a:prstDash val="solid"/>
                      <a:round/>
                      <a:headEnd type="none" w="med" len="med"/>
                      <a:tailEnd type="none" w="med" len="med"/>
                    </a:lnL>
                    <a:lnR w="12700" cap="flat" cmpd="sng" algn="ctr">
                      <a:solidFill>
                        <a:srgbClr val="FF6600"/>
                      </a:solidFill>
                      <a:prstDash val="solid"/>
                      <a:round/>
                      <a:headEnd type="none" w="med" len="med"/>
                      <a:tailEnd type="none" w="med" len="med"/>
                    </a:lnR>
                    <a:lnT w="12700" cap="flat" cmpd="sng" algn="ctr">
                      <a:solidFill>
                        <a:srgbClr val="FF6600"/>
                      </a:solidFill>
                      <a:prstDash val="solid"/>
                      <a:round/>
                      <a:headEnd type="none" w="med" len="med"/>
                      <a:tailEnd type="none" w="med" len="med"/>
                    </a:lnT>
                    <a:lnB w="12700" cap="flat" cmpd="sng" algn="ctr">
                      <a:solidFill>
                        <a:srgbClr val="FF66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bg1"/>
                          </a:solidFill>
                          <a:effectLst/>
                          <a:latin typeface="Tahoma" pitchFamily="34" charset="0"/>
                        </a:rPr>
                        <a:t>Veera (Heroic)</a:t>
                      </a:r>
                    </a:p>
                  </a:txBody>
                  <a:tcPr anchor="ctr" horzOverflow="overflow">
                    <a:lnL w="12700" cap="flat" cmpd="sng" algn="ctr">
                      <a:solidFill>
                        <a:srgbClr val="FF6600"/>
                      </a:solidFill>
                      <a:prstDash val="solid"/>
                      <a:round/>
                      <a:headEnd type="none" w="med" len="med"/>
                      <a:tailEnd type="none" w="med" len="med"/>
                    </a:lnL>
                    <a:lnR w="38100" cap="flat" cmpd="sng" algn="ctr">
                      <a:solidFill>
                        <a:srgbClr val="FF6600"/>
                      </a:solidFill>
                      <a:prstDash val="solid"/>
                      <a:round/>
                      <a:headEnd type="none" w="med" len="med"/>
                      <a:tailEnd type="none" w="med" len="med"/>
                    </a:lnR>
                    <a:lnT w="12700" cap="flat" cmpd="sng" algn="ctr">
                      <a:solidFill>
                        <a:srgbClr val="FF6600"/>
                      </a:solidFill>
                      <a:prstDash val="solid"/>
                      <a:round/>
                      <a:headEnd type="none" w="med" len="med"/>
                      <a:tailEnd type="none" w="med" len="med"/>
                    </a:lnT>
                    <a:lnB w="12700" cap="flat" cmpd="sng" algn="ctr">
                      <a:solidFill>
                        <a:srgbClr val="FF66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519434">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dirty="0" err="1">
                          <a:ln>
                            <a:noFill/>
                          </a:ln>
                          <a:solidFill>
                            <a:schemeClr val="bg1"/>
                          </a:solidFill>
                          <a:effectLst/>
                          <a:latin typeface="Tahoma" pitchFamily="34" charset="0"/>
                        </a:rPr>
                        <a:t>Vismay</a:t>
                      </a:r>
                      <a:r>
                        <a:rPr kumimoji="0" lang="en-US" sz="2000" b="0" i="0" u="none" strike="noStrike" cap="none" normalizeH="0" baseline="0" dirty="0">
                          <a:ln>
                            <a:noFill/>
                          </a:ln>
                          <a:solidFill>
                            <a:schemeClr val="bg1"/>
                          </a:solidFill>
                          <a:effectLst/>
                          <a:latin typeface="Tahoma" pitchFamily="34" charset="0"/>
                        </a:rPr>
                        <a:t> (wonder)</a:t>
                      </a:r>
                    </a:p>
                  </a:txBody>
                  <a:tcPr anchor="ctr" horzOverflow="overflow">
                    <a:lnL w="38100" cap="flat" cmpd="sng" algn="ctr">
                      <a:solidFill>
                        <a:srgbClr val="FF6600"/>
                      </a:solidFill>
                      <a:prstDash val="solid"/>
                      <a:round/>
                      <a:headEnd type="none" w="med" len="med"/>
                      <a:tailEnd type="none" w="med" len="med"/>
                    </a:lnL>
                    <a:lnR w="12700" cap="flat" cmpd="sng" algn="ctr">
                      <a:solidFill>
                        <a:srgbClr val="FF6600"/>
                      </a:solidFill>
                      <a:prstDash val="solid"/>
                      <a:round/>
                      <a:headEnd type="none" w="med" len="med"/>
                      <a:tailEnd type="none" w="med" len="med"/>
                    </a:lnR>
                    <a:lnT w="12700" cap="flat" cmpd="sng" algn="ctr">
                      <a:solidFill>
                        <a:srgbClr val="FF6600"/>
                      </a:solidFill>
                      <a:prstDash val="solid"/>
                      <a:round/>
                      <a:headEnd type="none" w="med" len="med"/>
                      <a:tailEnd type="none" w="med" len="med"/>
                    </a:lnT>
                    <a:lnB w="12700" cap="flat" cmpd="sng" algn="ctr">
                      <a:solidFill>
                        <a:srgbClr val="FF66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bg1"/>
                          </a:solidFill>
                          <a:effectLst/>
                          <a:latin typeface="Tahoma" pitchFamily="34" charset="0"/>
                        </a:rPr>
                        <a:t>Adbhuta (Marvellous)</a:t>
                      </a:r>
                    </a:p>
                  </a:txBody>
                  <a:tcPr anchor="ctr" horzOverflow="overflow">
                    <a:lnL w="12700" cap="flat" cmpd="sng" algn="ctr">
                      <a:solidFill>
                        <a:srgbClr val="FF6600"/>
                      </a:solidFill>
                      <a:prstDash val="solid"/>
                      <a:round/>
                      <a:headEnd type="none" w="med" len="med"/>
                      <a:tailEnd type="none" w="med" len="med"/>
                    </a:lnL>
                    <a:lnR w="38100" cap="flat" cmpd="sng" algn="ctr">
                      <a:solidFill>
                        <a:srgbClr val="FF6600"/>
                      </a:solidFill>
                      <a:prstDash val="solid"/>
                      <a:round/>
                      <a:headEnd type="none" w="med" len="med"/>
                      <a:tailEnd type="none" w="med" len="med"/>
                    </a:lnR>
                    <a:lnT w="12700" cap="flat" cmpd="sng" algn="ctr">
                      <a:solidFill>
                        <a:srgbClr val="FF6600"/>
                      </a:solidFill>
                      <a:prstDash val="solid"/>
                      <a:round/>
                      <a:headEnd type="none" w="med" len="med"/>
                      <a:tailEnd type="none" w="med" len="med"/>
                    </a:lnT>
                    <a:lnB w="12700" cap="flat" cmpd="sng" algn="ctr">
                      <a:solidFill>
                        <a:srgbClr val="FF66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520708">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bg1"/>
                          </a:solidFill>
                          <a:effectLst/>
                          <a:latin typeface="Tahoma" pitchFamily="34" charset="0"/>
                        </a:rPr>
                        <a:t>Soka (Sorrow)</a:t>
                      </a:r>
                    </a:p>
                  </a:txBody>
                  <a:tcPr anchor="ctr" horzOverflow="overflow">
                    <a:lnL w="38100" cap="flat" cmpd="sng" algn="ctr">
                      <a:solidFill>
                        <a:srgbClr val="FF6600"/>
                      </a:solidFill>
                      <a:prstDash val="solid"/>
                      <a:round/>
                      <a:headEnd type="none" w="med" len="med"/>
                      <a:tailEnd type="none" w="med" len="med"/>
                    </a:lnL>
                    <a:lnR w="12700" cap="flat" cmpd="sng" algn="ctr">
                      <a:solidFill>
                        <a:srgbClr val="FF6600"/>
                      </a:solidFill>
                      <a:prstDash val="solid"/>
                      <a:round/>
                      <a:headEnd type="none" w="med" len="med"/>
                      <a:tailEnd type="none" w="med" len="med"/>
                    </a:lnR>
                    <a:lnT w="12700" cap="flat" cmpd="sng" algn="ctr">
                      <a:solidFill>
                        <a:srgbClr val="FF6600"/>
                      </a:solidFill>
                      <a:prstDash val="solid"/>
                      <a:round/>
                      <a:headEnd type="none" w="med" len="med"/>
                      <a:tailEnd type="none" w="med" len="med"/>
                    </a:lnT>
                    <a:lnB w="12700" cap="flat" cmpd="sng" algn="ctr">
                      <a:solidFill>
                        <a:srgbClr val="FF66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bg1"/>
                          </a:solidFill>
                          <a:effectLst/>
                          <a:latin typeface="Tahoma" pitchFamily="34" charset="0"/>
                        </a:rPr>
                        <a:t>Karuna (Pathetic)</a:t>
                      </a:r>
                    </a:p>
                  </a:txBody>
                  <a:tcPr anchor="ctr" horzOverflow="overflow">
                    <a:lnL w="12700" cap="flat" cmpd="sng" algn="ctr">
                      <a:solidFill>
                        <a:srgbClr val="FF6600"/>
                      </a:solidFill>
                      <a:prstDash val="solid"/>
                      <a:round/>
                      <a:headEnd type="none" w="med" len="med"/>
                      <a:tailEnd type="none" w="med" len="med"/>
                    </a:lnL>
                    <a:lnR w="38100" cap="flat" cmpd="sng" algn="ctr">
                      <a:solidFill>
                        <a:srgbClr val="FF6600"/>
                      </a:solidFill>
                      <a:prstDash val="solid"/>
                      <a:round/>
                      <a:headEnd type="none" w="med" len="med"/>
                      <a:tailEnd type="none" w="med" len="med"/>
                    </a:lnR>
                    <a:lnT w="12700" cap="flat" cmpd="sng" algn="ctr">
                      <a:solidFill>
                        <a:srgbClr val="FF6600"/>
                      </a:solidFill>
                      <a:prstDash val="solid"/>
                      <a:round/>
                      <a:headEnd type="none" w="med" len="med"/>
                      <a:tailEnd type="none" w="med" len="med"/>
                    </a:lnT>
                    <a:lnB w="12700" cap="flat" cmpd="sng" algn="ctr">
                      <a:solidFill>
                        <a:srgbClr val="FF66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419076">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bg1"/>
                          </a:solidFill>
                          <a:effectLst/>
                          <a:latin typeface="Tahoma" pitchFamily="34" charset="0"/>
                        </a:rPr>
                        <a:t>Bhaya (Fear)</a:t>
                      </a:r>
                    </a:p>
                  </a:txBody>
                  <a:tcPr anchor="ctr" horzOverflow="overflow">
                    <a:lnL w="38100" cap="flat" cmpd="sng" algn="ctr">
                      <a:solidFill>
                        <a:srgbClr val="FF6600"/>
                      </a:solidFill>
                      <a:prstDash val="solid"/>
                      <a:round/>
                      <a:headEnd type="none" w="med" len="med"/>
                      <a:tailEnd type="none" w="med" len="med"/>
                    </a:lnL>
                    <a:lnR w="12700" cap="flat" cmpd="sng" algn="ctr">
                      <a:solidFill>
                        <a:srgbClr val="FF6600"/>
                      </a:solidFill>
                      <a:prstDash val="solid"/>
                      <a:round/>
                      <a:headEnd type="none" w="med" len="med"/>
                      <a:tailEnd type="none" w="med" len="med"/>
                    </a:lnR>
                    <a:lnT w="12700" cap="flat" cmpd="sng" algn="ctr">
                      <a:solidFill>
                        <a:srgbClr val="FF6600"/>
                      </a:solidFill>
                      <a:prstDash val="solid"/>
                      <a:round/>
                      <a:headEnd type="none" w="med" len="med"/>
                      <a:tailEnd type="none" w="med" len="med"/>
                    </a:lnT>
                    <a:lnB w="12700" cap="flat" cmpd="sng" algn="ctr">
                      <a:solidFill>
                        <a:srgbClr val="FF66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dirty="0" err="1">
                          <a:ln>
                            <a:noFill/>
                          </a:ln>
                          <a:solidFill>
                            <a:schemeClr val="bg1"/>
                          </a:solidFill>
                          <a:effectLst/>
                          <a:latin typeface="Tahoma" pitchFamily="34" charset="0"/>
                        </a:rPr>
                        <a:t>Bhayanaka</a:t>
                      </a:r>
                      <a:r>
                        <a:rPr kumimoji="0" lang="en-US" sz="2000" b="0" i="0" u="none" strike="noStrike" cap="none" normalizeH="0" baseline="0" dirty="0">
                          <a:ln>
                            <a:noFill/>
                          </a:ln>
                          <a:solidFill>
                            <a:schemeClr val="bg1"/>
                          </a:solidFill>
                          <a:effectLst/>
                          <a:latin typeface="Tahoma" pitchFamily="34" charset="0"/>
                        </a:rPr>
                        <a:t> (Terrible)</a:t>
                      </a:r>
                    </a:p>
                  </a:txBody>
                  <a:tcPr anchor="ctr" horzOverflow="overflow">
                    <a:lnL w="12700" cap="flat" cmpd="sng" algn="ctr">
                      <a:solidFill>
                        <a:srgbClr val="FF6600"/>
                      </a:solidFill>
                      <a:prstDash val="solid"/>
                      <a:round/>
                      <a:headEnd type="none" w="med" len="med"/>
                      <a:tailEnd type="none" w="med" len="med"/>
                    </a:lnL>
                    <a:lnR w="38100" cap="flat" cmpd="sng" algn="ctr">
                      <a:solidFill>
                        <a:srgbClr val="FF6600"/>
                      </a:solidFill>
                      <a:prstDash val="solid"/>
                      <a:round/>
                      <a:headEnd type="none" w="med" len="med"/>
                      <a:tailEnd type="none" w="med" len="med"/>
                    </a:lnR>
                    <a:lnT w="12700" cap="flat" cmpd="sng" algn="ctr">
                      <a:solidFill>
                        <a:srgbClr val="FF6600"/>
                      </a:solidFill>
                      <a:prstDash val="solid"/>
                      <a:round/>
                      <a:headEnd type="none" w="med" len="med"/>
                      <a:tailEnd type="none" w="med" len="med"/>
                    </a:lnT>
                    <a:lnB w="12700" cap="flat" cmpd="sng" algn="ctr">
                      <a:solidFill>
                        <a:srgbClr val="FF66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521982">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bg1"/>
                          </a:solidFill>
                          <a:effectLst/>
                          <a:latin typeface="Tahoma" pitchFamily="34" charset="0"/>
                        </a:rPr>
                        <a:t>Jugupsa (disgust)</a:t>
                      </a:r>
                    </a:p>
                  </a:txBody>
                  <a:tcPr anchor="ctr" horzOverflow="overflow">
                    <a:lnL w="38100" cap="flat" cmpd="sng" algn="ctr">
                      <a:solidFill>
                        <a:srgbClr val="FF6600"/>
                      </a:solidFill>
                      <a:prstDash val="solid"/>
                      <a:round/>
                      <a:headEnd type="none" w="med" len="med"/>
                      <a:tailEnd type="none" w="med" len="med"/>
                    </a:lnL>
                    <a:lnR w="12700" cap="flat" cmpd="sng" algn="ctr">
                      <a:solidFill>
                        <a:srgbClr val="FF6600"/>
                      </a:solidFill>
                      <a:prstDash val="solid"/>
                      <a:round/>
                      <a:headEnd type="none" w="med" len="med"/>
                      <a:tailEnd type="none" w="med" len="med"/>
                    </a:lnR>
                    <a:lnT w="12700" cap="flat" cmpd="sng" algn="ctr">
                      <a:solidFill>
                        <a:srgbClr val="FF6600"/>
                      </a:solidFill>
                      <a:prstDash val="solid"/>
                      <a:round/>
                      <a:headEnd type="none" w="med" len="med"/>
                      <a:tailEnd type="none" w="med" len="med"/>
                    </a:lnT>
                    <a:lnB w="38100" cap="flat" cmpd="sng" algn="ctr">
                      <a:solidFill>
                        <a:srgbClr val="FF66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dirty="0" err="1">
                          <a:ln>
                            <a:noFill/>
                          </a:ln>
                          <a:solidFill>
                            <a:schemeClr val="bg1"/>
                          </a:solidFill>
                          <a:effectLst/>
                          <a:latin typeface="Tahoma" pitchFamily="34" charset="0"/>
                        </a:rPr>
                        <a:t>Bibhatsa</a:t>
                      </a:r>
                      <a:r>
                        <a:rPr kumimoji="0" lang="en-US" sz="2000" b="0" i="0" u="none" strike="noStrike" cap="none" normalizeH="0" baseline="0" dirty="0">
                          <a:ln>
                            <a:noFill/>
                          </a:ln>
                          <a:solidFill>
                            <a:schemeClr val="bg1"/>
                          </a:solidFill>
                          <a:effectLst/>
                          <a:latin typeface="Tahoma" pitchFamily="34" charset="0"/>
                        </a:rPr>
                        <a:t> (Odious)</a:t>
                      </a:r>
                    </a:p>
                  </a:txBody>
                  <a:tcPr anchor="ctr" horzOverflow="overflow">
                    <a:lnL w="12700" cap="flat" cmpd="sng" algn="ctr">
                      <a:solidFill>
                        <a:srgbClr val="FF6600"/>
                      </a:solidFill>
                      <a:prstDash val="solid"/>
                      <a:round/>
                      <a:headEnd type="none" w="med" len="med"/>
                      <a:tailEnd type="none" w="med" len="med"/>
                    </a:lnL>
                    <a:lnR w="38100" cap="flat" cmpd="sng" algn="ctr">
                      <a:solidFill>
                        <a:srgbClr val="FF6600"/>
                      </a:solidFill>
                      <a:prstDash val="solid"/>
                      <a:round/>
                      <a:headEnd type="none" w="med" len="med"/>
                      <a:tailEnd type="none" w="med" len="med"/>
                    </a:lnR>
                    <a:lnT w="12700" cap="flat" cmpd="sng" algn="ctr">
                      <a:solidFill>
                        <a:srgbClr val="FF6600"/>
                      </a:solidFill>
                      <a:prstDash val="solid"/>
                      <a:round/>
                      <a:headEnd type="none" w="med" len="med"/>
                      <a:tailEnd type="none" w="med" len="med"/>
                    </a:lnT>
                    <a:lnB w="38100" cap="flat" cmpd="sng" algn="ctr">
                      <a:solidFill>
                        <a:srgbClr val="FF66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bl>
          </a:graphicData>
        </a:graphic>
      </p:graphicFrame>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a:buNone/>
            </a:pPr>
            <a:br>
              <a:rPr lang="en-US" dirty="0"/>
            </a:br>
            <a:br>
              <a:rPr lang="en-US" dirty="0"/>
            </a:br>
            <a:endParaRPr lang="en-US" dirty="0"/>
          </a:p>
          <a:p>
            <a:endParaRPr lang="en-US" dirty="0">
              <a:solidFill>
                <a:schemeClr val="bg1"/>
              </a:solidFill>
              <a:latin typeface="+mn-lt"/>
              <a:ea typeface="+mn-ea"/>
              <a:cs typeface="+mn-cs"/>
            </a:endParaRPr>
          </a:p>
          <a:p>
            <a:pPr algn="ctr">
              <a:buNone/>
            </a:pPr>
            <a:r>
              <a:rPr lang="en-US" sz="3200" dirty="0" err="1">
                <a:solidFill>
                  <a:schemeClr val="bg1"/>
                </a:solidFill>
                <a:latin typeface="+mn-lt"/>
                <a:ea typeface="+mn-ea"/>
                <a:cs typeface="+mn-cs"/>
              </a:rPr>
              <a:t>Vibhava</a:t>
            </a:r>
            <a:r>
              <a:rPr lang="en-US" sz="3200" dirty="0">
                <a:solidFill>
                  <a:schemeClr val="bg1"/>
                </a:solidFill>
                <a:latin typeface="+mn-lt"/>
                <a:ea typeface="+mn-ea"/>
                <a:cs typeface="+mn-cs"/>
              </a:rPr>
              <a:t>, </a:t>
            </a:r>
            <a:r>
              <a:rPr lang="en-US" sz="3200" dirty="0" err="1">
                <a:solidFill>
                  <a:schemeClr val="bg1"/>
                </a:solidFill>
                <a:latin typeface="+mn-lt"/>
                <a:ea typeface="+mn-ea"/>
                <a:cs typeface="+mn-cs"/>
              </a:rPr>
              <a:t>Anubhava</a:t>
            </a:r>
            <a:r>
              <a:rPr lang="en-US" sz="3200" dirty="0">
                <a:solidFill>
                  <a:schemeClr val="bg1"/>
                </a:solidFill>
                <a:latin typeface="+mn-lt"/>
                <a:ea typeface="+mn-ea"/>
                <a:cs typeface="+mn-cs"/>
              </a:rPr>
              <a:t>, </a:t>
            </a:r>
            <a:r>
              <a:rPr lang="en-US" sz="3200" dirty="0" err="1">
                <a:solidFill>
                  <a:schemeClr val="bg1"/>
                </a:solidFill>
                <a:latin typeface="+mn-lt"/>
                <a:ea typeface="+mn-ea"/>
                <a:cs typeface="+mn-cs"/>
              </a:rPr>
              <a:t>Vyabhichari</a:t>
            </a:r>
            <a:r>
              <a:rPr lang="en-US" sz="3200" dirty="0">
                <a:solidFill>
                  <a:schemeClr val="bg1"/>
                </a:solidFill>
                <a:latin typeface="+mn-lt"/>
                <a:ea typeface="+mn-ea"/>
                <a:cs typeface="+mn-cs"/>
              </a:rPr>
              <a:t> </a:t>
            </a:r>
            <a:r>
              <a:rPr lang="en-US" sz="3200" dirty="0" err="1">
                <a:solidFill>
                  <a:schemeClr val="bg1"/>
                </a:solidFill>
                <a:latin typeface="+mn-lt"/>
                <a:ea typeface="+mn-ea"/>
                <a:cs typeface="+mn-cs"/>
              </a:rPr>
              <a:t>Samyogad</a:t>
            </a:r>
            <a:r>
              <a:rPr lang="en-US" sz="3200" dirty="0">
                <a:solidFill>
                  <a:schemeClr val="bg1"/>
                </a:solidFill>
                <a:latin typeface="+mn-lt"/>
                <a:ea typeface="+mn-ea"/>
                <a:cs typeface="+mn-cs"/>
              </a:rPr>
              <a:t> Rasa </a:t>
            </a:r>
            <a:r>
              <a:rPr lang="en-US" sz="3200" dirty="0" err="1">
                <a:solidFill>
                  <a:schemeClr val="bg1"/>
                </a:solidFill>
                <a:latin typeface="+mn-lt"/>
                <a:ea typeface="+mn-ea"/>
                <a:cs typeface="+mn-cs"/>
              </a:rPr>
              <a:t>Nispattih</a:t>
            </a:r>
            <a:endParaRPr lang="en-US" dirty="0"/>
          </a:p>
        </p:txBody>
      </p:sp>
      <p:sp>
        <p:nvSpPr>
          <p:cNvPr id="4" name="Date Placeholder 3"/>
          <p:cNvSpPr>
            <a:spLocks noGrp="1"/>
          </p:cNvSpPr>
          <p:nvPr>
            <p:ph type="dt" sz="half" idx="10"/>
          </p:nvPr>
        </p:nvSpPr>
        <p:spPr/>
        <p:txBody>
          <a:bodyPr/>
          <a:lstStyle/>
          <a:p>
            <a:pPr>
              <a:defRPr/>
            </a:pPr>
            <a:fld id="{E7DBFAAF-699A-48F7-86A7-FEDCD51310E0}" type="datetime4">
              <a:rPr lang="en-US" smtClean="0"/>
              <a:pPr>
                <a:defRPr/>
              </a:pPr>
              <a:t>May 24, 2023</a:t>
            </a:fld>
            <a:endParaRPr lang="en-US"/>
          </a:p>
        </p:txBody>
      </p:sp>
      <p:sp>
        <p:nvSpPr>
          <p:cNvPr id="6" name="Slide Number Placeholder 5"/>
          <p:cNvSpPr>
            <a:spLocks noGrp="1"/>
          </p:cNvSpPr>
          <p:nvPr>
            <p:ph type="sldNum" sz="quarter" idx="12"/>
          </p:nvPr>
        </p:nvSpPr>
        <p:spPr/>
        <p:txBody>
          <a:bodyPr/>
          <a:lstStyle/>
          <a:p>
            <a:pPr>
              <a:defRPr/>
            </a:pPr>
            <a:fld id="{F5037A37-AD3A-4751-A473-DFFEE4FE7AF5}" type="slidenum">
              <a:rPr lang="en-US" smtClean="0"/>
              <a:pPr>
                <a:defRPr/>
              </a:pPr>
              <a:t>21</a:t>
            </a:fld>
            <a:endParaRPr lang="en-US"/>
          </a:p>
        </p:txBody>
      </p:sp>
      <p:sp>
        <p:nvSpPr>
          <p:cNvPr id="7" name="Title 6"/>
          <p:cNvSpPr>
            <a:spLocks noGrp="1"/>
          </p:cNvSpPr>
          <p:nvPr>
            <p:ph type="title"/>
          </p:nvPr>
        </p:nvSpPr>
        <p:spPr/>
        <p:txBody>
          <a:bodyPr/>
          <a:lstStyle/>
          <a:p>
            <a:r>
              <a:rPr lang="en-US" dirty="0"/>
              <a:t>Rasa Sutra</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38" name="Rectangle 45"/>
          <p:cNvSpPr>
            <a:spLocks noGrp="1" noChangeArrowheads="1"/>
          </p:cNvSpPr>
          <p:nvPr>
            <p:ph type="title"/>
          </p:nvPr>
        </p:nvSpPr>
        <p:spPr/>
        <p:txBody>
          <a:bodyPr>
            <a:normAutofit/>
          </a:bodyPr>
          <a:lstStyle/>
          <a:p>
            <a:pPr eaLnBrk="1" hangingPunct="1"/>
            <a:r>
              <a:rPr lang="en-US"/>
              <a:t>The Relishing Process in Art Creation</a:t>
            </a:r>
          </a:p>
        </p:txBody>
      </p:sp>
      <p:sp>
        <p:nvSpPr>
          <p:cNvPr id="20" name="Date Placeholder 2"/>
          <p:cNvSpPr>
            <a:spLocks noGrp="1"/>
          </p:cNvSpPr>
          <p:nvPr>
            <p:ph type="dt" sz="half" idx="10"/>
          </p:nvPr>
        </p:nvSpPr>
        <p:spPr/>
        <p:txBody>
          <a:bodyPr/>
          <a:lstStyle/>
          <a:p>
            <a:pPr>
              <a:defRPr/>
            </a:pPr>
            <a:fld id="{91479476-5FE1-48D2-904F-C68A3F6BE625}" type="datetime4">
              <a:rPr lang="en-US"/>
              <a:pPr>
                <a:defRPr/>
              </a:pPr>
              <a:t>May 24, 2023</a:t>
            </a:fld>
            <a:endParaRPr lang="en-US"/>
          </a:p>
        </p:txBody>
      </p:sp>
      <p:sp>
        <p:nvSpPr>
          <p:cNvPr id="22" name="Slide Number Placeholder 4"/>
          <p:cNvSpPr>
            <a:spLocks noGrp="1"/>
          </p:cNvSpPr>
          <p:nvPr>
            <p:ph type="sldNum" sz="quarter" idx="12"/>
          </p:nvPr>
        </p:nvSpPr>
        <p:spPr/>
        <p:txBody>
          <a:bodyPr>
            <a:normAutofit/>
          </a:bodyPr>
          <a:lstStyle/>
          <a:p>
            <a:pPr>
              <a:defRPr/>
            </a:pPr>
            <a:fld id="{95173797-811C-44DC-980B-6596025771DC}" type="slidenum">
              <a:rPr lang="en-US"/>
              <a:pPr>
                <a:defRPr/>
              </a:pPr>
              <a:t>22</a:t>
            </a:fld>
            <a:endParaRPr lang="en-US"/>
          </a:p>
        </p:txBody>
      </p:sp>
      <p:sp>
        <p:nvSpPr>
          <p:cNvPr id="9221" name="Oval 13"/>
          <p:cNvSpPr>
            <a:spLocks noChangeArrowheads="1"/>
          </p:cNvSpPr>
          <p:nvPr/>
        </p:nvSpPr>
        <p:spPr bwMode="auto">
          <a:xfrm>
            <a:off x="457200" y="2743200"/>
            <a:ext cx="1371600" cy="1828800"/>
          </a:xfrm>
          <a:prstGeom prst="ellipse">
            <a:avLst/>
          </a:prstGeom>
          <a:solidFill>
            <a:schemeClr val="accent1"/>
          </a:solidFill>
          <a:ln w="9525">
            <a:solidFill>
              <a:srgbClr val="FF6600"/>
            </a:solidFill>
            <a:round/>
            <a:headEnd/>
            <a:tailEnd/>
          </a:ln>
        </p:spPr>
        <p:txBody>
          <a:bodyPr wrap="none" anchor="ctr"/>
          <a:lstStyle/>
          <a:p>
            <a:pPr algn="ctr"/>
            <a:r>
              <a:rPr lang="en-US" dirty="0">
                <a:latin typeface="Calibri" panose="020F0502020204030204" pitchFamily="34" charset="0"/>
                <a:cs typeface="Calibri" panose="020F0502020204030204" pitchFamily="34" charset="0"/>
              </a:rPr>
              <a:t>Cause</a:t>
            </a:r>
          </a:p>
          <a:p>
            <a:pPr algn="ctr"/>
            <a:r>
              <a:rPr lang="en-US" dirty="0" err="1">
                <a:latin typeface="Calibri" panose="020F0502020204030204" pitchFamily="34" charset="0"/>
                <a:cs typeface="Calibri" panose="020F0502020204030204" pitchFamily="34" charset="0"/>
              </a:rPr>
              <a:t>Vibhava</a:t>
            </a:r>
            <a:endParaRPr lang="en-US" dirty="0">
              <a:latin typeface="Calibri" panose="020F0502020204030204" pitchFamily="34" charset="0"/>
              <a:cs typeface="Calibri" panose="020F0502020204030204" pitchFamily="34" charset="0"/>
            </a:endParaRPr>
          </a:p>
        </p:txBody>
      </p:sp>
      <p:sp>
        <p:nvSpPr>
          <p:cNvPr id="9222" name="Oval 18"/>
          <p:cNvSpPr>
            <a:spLocks noChangeArrowheads="1"/>
          </p:cNvSpPr>
          <p:nvPr/>
        </p:nvSpPr>
        <p:spPr bwMode="auto">
          <a:xfrm>
            <a:off x="2190750" y="2743200"/>
            <a:ext cx="1371600" cy="1828800"/>
          </a:xfrm>
          <a:prstGeom prst="ellipse">
            <a:avLst/>
          </a:prstGeom>
          <a:solidFill>
            <a:schemeClr val="accent1"/>
          </a:solidFill>
          <a:ln w="9525">
            <a:solidFill>
              <a:srgbClr val="FF6600"/>
            </a:solidFill>
            <a:round/>
            <a:headEnd/>
            <a:tailEnd/>
          </a:ln>
        </p:spPr>
        <p:txBody>
          <a:bodyPr wrap="none" anchor="ctr"/>
          <a:lstStyle/>
          <a:p>
            <a:pPr algn="ctr"/>
            <a:r>
              <a:rPr lang="en-US">
                <a:latin typeface="Calibri" panose="020F0502020204030204" pitchFamily="34" charset="0"/>
                <a:cs typeface="Calibri" panose="020F0502020204030204" pitchFamily="34" charset="0"/>
              </a:rPr>
              <a:t>Dancer</a:t>
            </a:r>
          </a:p>
        </p:txBody>
      </p:sp>
      <p:sp>
        <p:nvSpPr>
          <p:cNvPr id="9223" name="Oval 19"/>
          <p:cNvSpPr>
            <a:spLocks noChangeArrowheads="1"/>
          </p:cNvSpPr>
          <p:nvPr/>
        </p:nvSpPr>
        <p:spPr bwMode="auto">
          <a:xfrm>
            <a:off x="3924300" y="2743200"/>
            <a:ext cx="1371600" cy="1828800"/>
          </a:xfrm>
          <a:prstGeom prst="ellipse">
            <a:avLst/>
          </a:prstGeom>
          <a:solidFill>
            <a:schemeClr val="accent1"/>
          </a:solidFill>
          <a:ln w="9525">
            <a:solidFill>
              <a:srgbClr val="FF6600"/>
            </a:solidFill>
            <a:round/>
            <a:headEnd/>
            <a:tailEnd/>
          </a:ln>
        </p:spPr>
        <p:txBody>
          <a:bodyPr wrap="none" anchor="ctr"/>
          <a:lstStyle/>
          <a:p>
            <a:pPr algn="ctr"/>
            <a:r>
              <a:rPr lang="en-US">
                <a:latin typeface="Calibri" panose="020F0502020204030204" pitchFamily="34" charset="0"/>
                <a:cs typeface="Calibri" panose="020F0502020204030204" pitchFamily="34" charset="0"/>
              </a:rPr>
              <a:t>Reactions</a:t>
            </a:r>
          </a:p>
        </p:txBody>
      </p:sp>
      <p:sp>
        <p:nvSpPr>
          <p:cNvPr id="9224" name="Oval 20"/>
          <p:cNvSpPr>
            <a:spLocks noChangeArrowheads="1"/>
          </p:cNvSpPr>
          <p:nvPr/>
        </p:nvSpPr>
        <p:spPr bwMode="auto">
          <a:xfrm>
            <a:off x="5657850" y="2743200"/>
            <a:ext cx="1371600" cy="1828800"/>
          </a:xfrm>
          <a:prstGeom prst="ellipse">
            <a:avLst/>
          </a:prstGeom>
          <a:solidFill>
            <a:schemeClr val="accent1"/>
          </a:solidFill>
          <a:ln w="9525">
            <a:solidFill>
              <a:srgbClr val="FF6600"/>
            </a:solidFill>
            <a:round/>
            <a:headEnd/>
            <a:tailEnd/>
          </a:ln>
        </p:spPr>
        <p:txBody>
          <a:bodyPr wrap="none" anchor="ctr"/>
          <a:lstStyle/>
          <a:p>
            <a:pPr algn="ctr"/>
            <a:r>
              <a:rPr lang="en-US">
                <a:latin typeface="Calibri" panose="020F0502020204030204" pitchFamily="34" charset="0"/>
                <a:cs typeface="Calibri" panose="020F0502020204030204" pitchFamily="34" charset="0"/>
              </a:rPr>
              <a:t>Spectator</a:t>
            </a:r>
          </a:p>
        </p:txBody>
      </p:sp>
      <p:sp>
        <p:nvSpPr>
          <p:cNvPr id="9225" name="Oval 21"/>
          <p:cNvSpPr>
            <a:spLocks noChangeArrowheads="1"/>
          </p:cNvSpPr>
          <p:nvPr/>
        </p:nvSpPr>
        <p:spPr bwMode="auto">
          <a:xfrm>
            <a:off x="7391400" y="2743200"/>
            <a:ext cx="1371600" cy="1828800"/>
          </a:xfrm>
          <a:prstGeom prst="ellipse">
            <a:avLst/>
          </a:prstGeom>
          <a:solidFill>
            <a:schemeClr val="accent1"/>
          </a:solidFill>
          <a:ln w="9525">
            <a:solidFill>
              <a:srgbClr val="FF6600"/>
            </a:solidFill>
            <a:round/>
            <a:headEnd/>
            <a:tailEnd/>
          </a:ln>
        </p:spPr>
        <p:txBody>
          <a:bodyPr wrap="none" anchor="ctr"/>
          <a:lstStyle/>
          <a:p>
            <a:pPr algn="ctr"/>
            <a:r>
              <a:rPr lang="en-US">
                <a:latin typeface="Calibri" panose="020F0502020204030204" pitchFamily="34" charset="0"/>
                <a:cs typeface="Calibri" panose="020F0502020204030204" pitchFamily="34" charset="0"/>
              </a:rPr>
              <a:t>Rasa</a:t>
            </a:r>
          </a:p>
        </p:txBody>
      </p:sp>
      <p:sp>
        <p:nvSpPr>
          <p:cNvPr id="9226" name="Rectangle 22"/>
          <p:cNvSpPr>
            <a:spLocks noChangeArrowheads="1"/>
          </p:cNvSpPr>
          <p:nvPr/>
        </p:nvSpPr>
        <p:spPr bwMode="auto">
          <a:xfrm>
            <a:off x="533400" y="1295400"/>
            <a:ext cx="1295400" cy="1219200"/>
          </a:xfrm>
          <a:prstGeom prst="rect">
            <a:avLst/>
          </a:prstGeom>
          <a:solidFill>
            <a:schemeClr val="accent1"/>
          </a:solidFill>
          <a:ln w="9525">
            <a:solidFill>
              <a:srgbClr val="FF6600"/>
            </a:solidFill>
            <a:miter lim="800000"/>
            <a:headEnd/>
            <a:tailEnd/>
          </a:ln>
        </p:spPr>
        <p:txBody>
          <a:bodyPr wrap="none" anchor="ctr"/>
          <a:lstStyle/>
          <a:p>
            <a:pPr algn="ctr"/>
            <a:r>
              <a:rPr lang="en-US" sz="1600" dirty="0" err="1">
                <a:latin typeface="Calibri" panose="020F0502020204030204" pitchFamily="34" charset="0"/>
                <a:cs typeface="Calibri" panose="020F0502020204030204" pitchFamily="34" charset="0"/>
              </a:rPr>
              <a:t>Alambana</a:t>
            </a:r>
            <a:endParaRPr lang="en-US" sz="1600" dirty="0">
              <a:latin typeface="Calibri" panose="020F0502020204030204" pitchFamily="34" charset="0"/>
              <a:cs typeface="Calibri" panose="020F0502020204030204" pitchFamily="34" charset="0"/>
            </a:endParaRPr>
          </a:p>
        </p:txBody>
      </p:sp>
      <p:sp>
        <p:nvSpPr>
          <p:cNvPr id="9227" name="Rectangle 23"/>
          <p:cNvSpPr>
            <a:spLocks noChangeArrowheads="1"/>
          </p:cNvSpPr>
          <p:nvPr/>
        </p:nvSpPr>
        <p:spPr bwMode="auto">
          <a:xfrm>
            <a:off x="3962400" y="1295400"/>
            <a:ext cx="1295400" cy="1219200"/>
          </a:xfrm>
          <a:prstGeom prst="rect">
            <a:avLst/>
          </a:prstGeom>
          <a:solidFill>
            <a:schemeClr val="accent1"/>
          </a:solidFill>
          <a:ln w="9525">
            <a:solidFill>
              <a:srgbClr val="FF6600"/>
            </a:solidFill>
            <a:miter lim="800000"/>
            <a:headEnd/>
            <a:tailEnd/>
          </a:ln>
        </p:spPr>
        <p:txBody>
          <a:bodyPr wrap="none" anchor="ctr"/>
          <a:lstStyle/>
          <a:p>
            <a:pPr algn="ctr"/>
            <a:r>
              <a:rPr lang="en-US" sz="1600" dirty="0" err="1">
                <a:latin typeface="Calibri" panose="020F0502020204030204" pitchFamily="34" charset="0"/>
                <a:cs typeface="Calibri" panose="020F0502020204030204" pitchFamily="34" charset="0"/>
              </a:rPr>
              <a:t>Anubhava</a:t>
            </a:r>
            <a:endParaRPr lang="en-US" sz="1600" dirty="0">
              <a:latin typeface="Calibri" panose="020F0502020204030204" pitchFamily="34" charset="0"/>
              <a:cs typeface="Calibri" panose="020F0502020204030204" pitchFamily="34" charset="0"/>
            </a:endParaRPr>
          </a:p>
        </p:txBody>
      </p:sp>
      <p:sp>
        <p:nvSpPr>
          <p:cNvPr id="9228" name="Rectangle 24"/>
          <p:cNvSpPr>
            <a:spLocks noChangeArrowheads="1"/>
          </p:cNvSpPr>
          <p:nvPr/>
        </p:nvSpPr>
        <p:spPr bwMode="auto">
          <a:xfrm>
            <a:off x="2266950" y="4893924"/>
            <a:ext cx="1295400" cy="1219200"/>
          </a:xfrm>
          <a:prstGeom prst="rect">
            <a:avLst/>
          </a:prstGeom>
          <a:solidFill>
            <a:schemeClr val="accent1"/>
          </a:solidFill>
          <a:ln w="9525">
            <a:solidFill>
              <a:srgbClr val="FF6600"/>
            </a:solidFill>
            <a:miter lim="800000"/>
            <a:headEnd/>
            <a:tailEnd/>
          </a:ln>
        </p:spPr>
        <p:txBody>
          <a:bodyPr wrap="none" anchor="ctr"/>
          <a:lstStyle/>
          <a:p>
            <a:pPr algn="ctr"/>
            <a:r>
              <a:rPr lang="en-US" sz="1600" dirty="0" err="1">
                <a:latin typeface="Calibri" panose="020F0502020204030204" pitchFamily="34" charset="0"/>
                <a:cs typeface="Calibri" panose="020F0502020204030204" pitchFamily="34" charset="0"/>
              </a:rPr>
              <a:t>Vyabhicari</a:t>
            </a:r>
            <a:endParaRPr lang="en-US" sz="1600" dirty="0">
              <a:latin typeface="Calibri" panose="020F0502020204030204" pitchFamily="34" charset="0"/>
              <a:cs typeface="Calibri" panose="020F0502020204030204" pitchFamily="34" charset="0"/>
            </a:endParaRPr>
          </a:p>
        </p:txBody>
      </p:sp>
      <p:sp>
        <p:nvSpPr>
          <p:cNvPr id="9229" name="Rectangle 25"/>
          <p:cNvSpPr>
            <a:spLocks noChangeArrowheads="1"/>
          </p:cNvSpPr>
          <p:nvPr/>
        </p:nvSpPr>
        <p:spPr bwMode="auto">
          <a:xfrm>
            <a:off x="457200" y="4800600"/>
            <a:ext cx="1295400" cy="1219200"/>
          </a:xfrm>
          <a:prstGeom prst="rect">
            <a:avLst/>
          </a:prstGeom>
          <a:solidFill>
            <a:schemeClr val="accent1"/>
          </a:solidFill>
          <a:ln w="9525">
            <a:solidFill>
              <a:srgbClr val="FF6600"/>
            </a:solidFill>
            <a:miter lim="800000"/>
            <a:headEnd/>
            <a:tailEnd/>
          </a:ln>
        </p:spPr>
        <p:txBody>
          <a:bodyPr wrap="none" anchor="ctr"/>
          <a:lstStyle/>
          <a:p>
            <a:pPr algn="ctr"/>
            <a:r>
              <a:rPr lang="en-US" sz="1600">
                <a:latin typeface="Calibri" panose="020F0502020204030204" pitchFamily="34" charset="0"/>
                <a:cs typeface="Calibri" panose="020F0502020204030204" pitchFamily="34" charset="0"/>
              </a:rPr>
              <a:t>Uddipana</a:t>
            </a:r>
          </a:p>
        </p:txBody>
      </p:sp>
      <p:sp>
        <p:nvSpPr>
          <p:cNvPr id="9230" name="Line 37"/>
          <p:cNvSpPr>
            <a:spLocks noChangeShapeType="1"/>
          </p:cNvSpPr>
          <p:nvPr/>
        </p:nvSpPr>
        <p:spPr bwMode="auto">
          <a:xfrm flipV="1">
            <a:off x="1066800" y="4572000"/>
            <a:ext cx="0" cy="228600"/>
          </a:xfrm>
          <a:prstGeom prst="line">
            <a:avLst/>
          </a:prstGeom>
          <a:noFill/>
          <a:ln w="9525">
            <a:solidFill>
              <a:srgbClr val="FF6600"/>
            </a:solidFill>
            <a:round/>
            <a:headEnd/>
            <a:tailEnd type="triangle" w="med" len="med"/>
          </a:ln>
        </p:spPr>
        <p:txBody>
          <a:bodyPr/>
          <a:lstStyle/>
          <a:p>
            <a:endParaRPr lang="en-US">
              <a:latin typeface="Calibri" panose="020F0502020204030204" pitchFamily="34" charset="0"/>
              <a:cs typeface="Calibri" panose="020F0502020204030204" pitchFamily="34" charset="0"/>
            </a:endParaRPr>
          </a:p>
        </p:txBody>
      </p:sp>
      <p:sp>
        <p:nvSpPr>
          <p:cNvPr id="9231" name="Line 38"/>
          <p:cNvSpPr>
            <a:spLocks noChangeShapeType="1"/>
          </p:cNvSpPr>
          <p:nvPr/>
        </p:nvSpPr>
        <p:spPr bwMode="auto">
          <a:xfrm>
            <a:off x="1143000" y="2514600"/>
            <a:ext cx="0" cy="228600"/>
          </a:xfrm>
          <a:prstGeom prst="line">
            <a:avLst/>
          </a:prstGeom>
          <a:noFill/>
          <a:ln w="9525">
            <a:solidFill>
              <a:srgbClr val="FF6600"/>
            </a:solidFill>
            <a:round/>
            <a:headEnd/>
            <a:tailEnd type="triangle" w="med" len="med"/>
          </a:ln>
        </p:spPr>
        <p:txBody>
          <a:bodyPr/>
          <a:lstStyle/>
          <a:p>
            <a:endParaRPr lang="en-US" dirty="0">
              <a:latin typeface="Calibri" panose="020F0502020204030204" pitchFamily="34" charset="0"/>
              <a:cs typeface="Calibri" panose="020F0502020204030204" pitchFamily="34" charset="0"/>
            </a:endParaRPr>
          </a:p>
        </p:txBody>
      </p:sp>
      <p:sp>
        <p:nvSpPr>
          <p:cNvPr id="9234" name="Line 41"/>
          <p:cNvSpPr>
            <a:spLocks noChangeShapeType="1"/>
          </p:cNvSpPr>
          <p:nvPr/>
        </p:nvSpPr>
        <p:spPr bwMode="auto">
          <a:xfrm>
            <a:off x="1828800" y="3657600"/>
            <a:ext cx="361950" cy="0"/>
          </a:xfrm>
          <a:prstGeom prst="line">
            <a:avLst/>
          </a:prstGeom>
          <a:noFill/>
          <a:ln w="9525">
            <a:solidFill>
              <a:srgbClr val="FF6600"/>
            </a:solidFill>
            <a:round/>
            <a:headEnd/>
            <a:tailEnd type="triangle" w="med" len="med"/>
          </a:ln>
        </p:spPr>
        <p:txBody>
          <a:bodyPr/>
          <a:lstStyle/>
          <a:p>
            <a:endParaRPr lang="en-US">
              <a:latin typeface="Calibri" panose="020F0502020204030204" pitchFamily="34" charset="0"/>
              <a:cs typeface="Calibri" panose="020F0502020204030204" pitchFamily="34" charset="0"/>
            </a:endParaRPr>
          </a:p>
        </p:txBody>
      </p:sp>
      <p:sp>
        <p:nvSpPr>
          <p:cNvPr id="25" name="Line 41">
            <a:extLst>
              <a:ext uri="{FF2B5EF4-FFF2-40B4-BE49-F238E27FC236}">
                <a16:creationId xmlns:a16="http://schemas.microsoft.com/office/drawing/2014/main" id="{BE5B82FF-F7CA-C446-A943-C5D8AD4C2E2A}"/>
              </a:ext>
            </a:extLst>
          </p:cNvPr>
          <p:cNvSpPr>
            <a:spLocks noChangeShapeType="1"/>
          </p:cNvSpPr>
          <p:nvPr/>
        </p:nvSpPr>
        <p:spPr bwMode="auto">
          <a:xfrm>
            <a:off x="3562350" y="3674724"/>
            <a:ext cx="361950" cy="0"/>
          </a:xfrm>
          <a:prstGeom prst="line">
            <a:avLst/>
          </a:prstGeom>
          <a:noFill/>
          <a:ln w="9525">
            <a:solidFill>
              <a:srgbClr val="FF6600"/>
            </a:solidFill>
            <a:round/>
            <a:headEnd/>
            <a:tailEnd type="triangle" w="med" len="med"/>
          </a:ln>
        </p:spPr>
        <p:txBody>
          <a:bodyPr/>
          <a:lstStyle/>
          <a:p>
            <a:endParaRPr lang="en-US">
              <a:latin typeface="Calibri" panose="020F0502020204030204" pitchFamily="34" charset="0"/>
              <a:cs typeface="Calibri" panose="020F0502020204030204" pitchFamily="34" charset="0"/>
            </a:endParaRPr>
          </a:p>
        </p:txBody>
      </p:sp>
      <p:sp>
        <p:nvSpPr>
          <p:cNvPr id="26" name="Line 41">
            <a:extLst>
              <a:ext uri="{FF2B5EF4-FFF2-40B4-BE49-F238E27FC236}">
                <a16:creationId xmlns:a16="http://schemas.microsoft.com/office/drawing/2014/main" id="{450065D5-E433-934F-85C3-5DF7A0D56C9A}"/>
              </a:ext>
            </a:extLst>
          </p:cNvPr>
          <p:cNvSpPr>
            <a:spLocks noChangeShapeType="1"/>
          </p:cNvSpPr>
          <p:nvPr/>
        </p:nvSpPr>
        <p:spPr bwMode="auto">
          <a:xfrm>
            <a:off x="5295900" y="3640476"/>
            <a:ext cx="361950" cy="0"/>
          </a:xfrm>
          <a:prstGeom prst="line">
            <a:avLst/>
          </a:prstGeom>
          <a:noFill/>
          <a:ln w="9525">
            <a:solidFill>
              <a:srgbClr val="FF6600"/>
            </a:solidFill>
            <a:round/>
            <a:headEnd/>
            <a:tailEnd type="triangle" w="med" len="med"/>
          </a:ln>
        </p:spPr>
        <p:txBody>
          <a:bodyPr/>
          <a:lstStyle/>
          <a:p>
            <a:endParaRPr lang="en-US">
              <a:latin typeface="Calibri" panose="020F0502020204030204" pitchFamily="34" charset="0"/>
              <a:cs typeface="Calibri" panose="020F0502020204030204" pitchFamily="34" charset="0"/>
            </a:endParaRPr>
          </a:p>
        </p:txBody>
      </p:sp>
      <p:sp>
        <p:nvSpPr>
          <p:cNvPr id="27" name="Line 41">
            <a:extLst>
              <a:ext uri="{FF2B5EF4-FFF2-40B4-BE49-F238E27FC236}">
                <a16:creationId xmlns:a16="http://schemas.microsoft.com/office/drawing/2014/main" id="{D61D927F-0575-0A43-A9CA-E7F65ADDD1F4}"/>
              </a:ext>
            </a:extLst>
          </p:cNvPr>
          <p:cNvSpPr>
            <a:spLocks noChangeShapeType="1"/>
          </p:cNvSpPr>
          <p:nvPr/>
        </p:nvSpPr>
        <p:spPr bwMode="auto">
          <a:xfrm>
            <a:off x="7029450" y="3640476"/>
            <a:ext cx="361950" cy="0"/>
          </a:xfrm>
          <a:prstGeom prst="line">
            <a:avLst/>
          </a:prstGeom>
          <a:noFill/>
          <a:ln w="9525">
            <a:solidFill>
              <a:srgbClr val="FF6600"/>
            </a:solidFill>
            <a:round/>
            <a:headEnd/>
            <a:tailEnd type="triangle" w="med" len="med"/>
          </a:ln>
        </p:spPr>
        <p:txBody>
          <a:bodyPr/>
          <a:lstStyle/>
          <a:p>
            <a:endParaRPr lang="en-US">
              <a:latin typeface="Calibri" panose="020F0502020204030204" pitchFamily="34" charset="0"/>
              <a:cs typeface="Calibri" panose="020F0502020204030204" pitchFamily="34" charset="0"/>
            </a:endParaRPr>
          </a:p>
        </p:txBody>
      </p:sp>
      <p:sp>
        <p:nvSpPr>
          <p:cNvPr id="31" name="Line 37">
            <a:extLst>
              <a:ext uri="{FF2B5EF4-FFF2-40B4-BE49-F238E27FC236}">
                <a16:creationId xmlns:a16="http://schemas.microsoft.com/office/drawing/2014/main" id="{8FA71184-51F1-B346-8311-D08B59673DB3}"/>
              </a:ext>
            </a:extLst>
          </p:cNvPr>
          <p:cNvSpPr>
            <a:spLocks noChangeShapeType="1"/>
          </p:cNvSpPr>
          <p:nvPr/>
        </p:nvSpPr>
        <p:spPr bwMode="auto">
          <a:xfrm flipV="1">
            <a:off x="4648200" y="2514600"/>
            <a:ext cx="0" cy="228600"/>
          </a:xfrm>
          <a:prstGeom prst="line">
            <a:avLst/>
          </a:prstGeom>
          <a:noFill/>
          <a:ln w="9525">
            <a:solidFill>
              <a:srgbClr val="FF6600"/>
            </a:solidFill>
            <a:round/>
            <a:headEnd/>
            <a:tailEnd type="triangle" w="med" len="med"/>
          </a:ln>
        </p:spPr>
        <p:txBody>
          <a:bodyPr/>
          <a:lstStyle/>
          <a:p>
            <a:endParaRPr lang="en-US">
              <a:latin typeface="Calibri" panose="020F0502020204030204" pitchFamily="34" charset="0"/>
              <a:cs typeface="Calibri" panose="020F0502020204030204" pitchFamily="34" charset="0"/>
            </a:endParaRPr>
          </a:p>
        </p:txBody>
      </p:sp>
      <p:sp>
        <p:nvSpPr>
          <p:cNvPr id="32" name="Line 38">
            <a:extLst>
              <a:ext uri="{FF2B5EF4-FFF2-40B4-BE49-F238E27FC236}">
                <a16:creationId xmlns:a16="http://schemas.microsoft.com/office/drawing/2014/main" id="{117E7057-D94B-1E4F-B3CE-2BF0291EF7C1}"/>
              </a:ext>
            </a:extLst>
          </p:cNvPr>
          <p:cNvSpPr>
            <a:spLocks noChangeShapeType="1"/>
          </p:cNvSpPr>
          <p:nvPr/>
        </p:nvSpPr>
        <p:spPr bwMode="auto">
          <a:xfrm flipH="1" flipV="1">
            <a:off x="2895600" y="4648186"/>
            <a:ext cx="0" cy="245738"/>
          </a:xfrm>
          <a:prstGeom prst="line">
            <a:avLst/>
          </a:prstGeom>
          <a:noFill/>
          <a:ln w="9525">
            <a:solidFill>
              <a:srgbClr val="FF6600"/>
            </a:solidFill>
            <a:round/>
            <a:headEnd/>
            <a:tailEnd type="triangle" w="med" len="med"/>
          </a:ln>
        </p:spPr>
        <p:txBody>
          <a:bodyPr/>
          <a:lstStyle/>
          <a:p>
            <a:endParaRPr lang="en-US" dirty="0">
              <a:latin typeface="Calibri" panose="020F0502020204030204" pitchFamily="34" charset="0"/>
              <a:cs typeface="Calibri" panose="020F0502020204030204" pitchFamily="34" charset="0"/>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ctrTitle"/>
          </p:nvPr>
        </p:nvSpPr>
        <p:spPr>
          <a:xfrm>
            <a:off x="914400" y="2130426"/>
            <a:ext cx="7772400" cy="1470025"/>
          </a:xfrm>
        </p:spPr>
        <p:txBody>
          <a:bodyPr/>
          <a:lstStyle/>
          <a:p>
            <a:pPr eaLnBrk="1" hangingPunct="1"/>
            <a:r>
              <a:rPr lang="en-US" sz="5400" dirty="0" err="1"/>
              <a:t>Naba</a:t>
            </a:r>
            <a:r>
              <a:rPr lang="en-US" sz="5400" dirty="0"/>
              <a:t> Rasa</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Grp="1" noChangeArrowheads="1"/>
          </p:cNvSpPr>
          <p:nvPr>
            <p:ph type="ctrTitle"/>
          </p:nvPr>
        </p:nvSpPr>
        <p:spPr>
          <a:xfrm>
            <a:off x="1001713" y="2130426"/>
            <a:ext cx="7772400" cy="1470025"/>
          </a:xfrm>
        </p:spPr>
        <p:txBody>
          <a:bodyPr/>
          <a:lstStyle/>
          <a:p>
            <a:pPr eaLnBrk="1" hangingPunct="1"/>
            <a:r>
              <a:rPr lang="en-US" sz="5400" dirty="0" err="1"/>
              <a:t>Shrngra</a:t>
            </a:r>
            <a:r>
              <a:rPr lang="en-US" sz="5400" dirty="0"/>
              <a:t> Rasa</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3" name="Rectangle 2"/>
          <p:cNvSpPr>
            <a:spLocks noGrp="1" noChangeArrowheads="1"/>
          </p:cNvSpPr>
          <p:nvPr>
            <p:ph type="title"/>
          </p:nvPr>
        </p:nvSpPr>
        <p:spPr/>
        <p:txBody>
          <a:bodyPr/>
          <a:lstStyle/>
          <a:p>
            <a:pPr eaLnBrk="1" hangingPunct="1"/>
            <a:r>
              <a:rPr lang="en-US"/>
              <a:t>Srngara Rasa</a:t>
            </a:r>
          </a:p>
        </p:txBody>
      </p:sp>
      <p:sp>
        <p:nvSpPr>
          <p:cNvPr id="12294" name="Rectangle 3"/>
          <p:cNvSpPr>
            <a:spLocks noGrp="1" noChangeArrowheads="1"/>
          </p:cNvSpPr>
          <p:nvPr>
            <p:ph idx="1"/>
          </p:nvPr>
        </p:nvSpPr>
        <p:spPr/>
        <p:txBody>
          <a:bodyPr/>
          <a:lstStyle/>
          <a:p>
            <a:pPr eaLnBrk="1" hangingPunct="1"/>
            <a:r>
              <a:rPr lang="en-US"/>
              <a:t>It arises from the Sthayi Bhava Rati (Love)</a:t>
            </a:r>
          </a:p>
          <a:p>
            <a:pPr eaLnBrk="1" hangingPunct="1"/>
            <a:r>
              <a:rPr lang="en-US"/>
              <a:t>The Lord is Vishnu</a:t>
            </a:r>
          </a:p>
          <a:p>
            <a:pPr eaLnBrk="1" hangingPunct="1"/>
            <a:r>
              <a:rPr lang="en-US"/>
              <a:t>The color is Light Green</a:t>
            </a:r>
          </a:p>
          <a:p>
            <a:pPr eaLnBrk="1" hangingPunct="1"/>
            <a:r>
              <a:rPr lang="en-US"/>
              <a:t>It is associated with pure, bright, shining or beautiful</a:t>
            </a:r>
          </a:p>
          <a:p>
            <a:pPr eaLnBrk="1" hangingPunct="1"/>
            <a:r>
              <a:rPr lang="en-US"/>
              <a:t>The srngara rasa is accompanied by all bhavas</a:t>
            </a:r>
          </a:p>
        </p:txBody>
      </p:sp>
      <p:sp>
        <p:nvSpPr>
          <p:cNvPr id="4" name="Date Placeholder 3"/>
          <p:cNvSpPr>
            <a:spLocks noGrp="1"/>
          </p:cNvSpPr>
          <p:nvPr>
            <p:ph type="dt" sz="half" idx="10"/>
          </p:nvPr>
        </p:nvSpPr>
        <p:spPr/>
        <p:txBody>
          <a:bodyPr/>
          <a:lstStyle/>
          <a:p>
            <a:pPr>
              <a:defRPr/>
            </a:pPr>
            <a:fld id="{38EB2442-45BE-4DA9-BD22-DF806415686C}" type="datetime4">
              <a:rPr lang="en-US"/>
              <a:pPr>
                <a:defRPr/>
              </a:pPr>
              <a:t>May 24, 2023</a:t>
            </a:fld>
            <a:endParaRPr lang="en-US"/>
          </a:p>
        </p:txBody>
      </p:sp>
      <p:sp>
        <p:nvSpPr>
          <p:cNvPr id="6" name="Slide Number Placeholder 5"/>
          <p:cNvSpPr>
            <a:spLocks noGrp="1"/>
          </p:cNvSpPr>
          <p:nvPr>
            <p:ph type="sldNum" sz="quarter" idx="12"/>
          </p:nvPr>
        </p:nvSpPr>
        <p:spPr/>
        <p:txBody>
          <a:bodyPr>
            <a:normAutofit/>
          </a:bodyPr>
          <a:lstStyle/>
          <a:p>
            <a:pPr>
              <a:defRPr/>
            </a:pPr>
            <a:fld id="{5D70410C-2E35-4789-BCDD-F2D9BBE89D8B}" type="slidenum">
              <a:rPr lang="en-US"/>
              <a:pPr>
                <a:defRPr/>
              </a:pPr>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6" name="Rectangle 2"/>
          <p:cNvSpPr>
            <a:spLocks noGrp="1" noChangeArrowheads="1"/>
          </p:cNvSpPr>
          <p:nvPr>
            <p:ph type="title"/>
          </p:nvPr>
        </p:nvSpPr>
        <p:spPr/>
        <p:txBody>
          <a:bodyPr>
            <a:normAutofit/>
          </a:bodyPr>
          <a:lstStyle/>
          <a:p>
            <a:pPr eaLnBrk="1" hangingPunct="1"/>
            <a:r>
              <a:rPr lang="en-US"/>
              <a:t>Types of Srngara</a:t>
            </a:r>
          </a:p>
        </p:txBody>
      </p:sp>
      <p:graphicFrame>
        <p:nvGraphicFramePr>
          <p:cNvPr id="2" name="Diagram 1">
            <a:extLst>
              <a:ext uri="{FF2B5EF4-FFF2-40B4-BE49-F238E27FC236}">
                <a16:creationId xmlns:a16="http://schemas.microsoft.com/office/drawing/2014/main" id="{BDF5CF25-A7CE-224C-9EB4-EE8A551B60DE}"/>
              </a:ext>
            </a:extLst>
          </p:cNvPr>
          <p:cNvGraphicFramePr/>
          <p:nvPr>
            <p:extLst>
              <p:ext uri="{D42A27DB-BD31-4B8C-83A1-F6EECF244321}">
                <p14:modId xmlns:p14="http://schemas.microsoft.com/office/powerpoint/2010/main" val="1014986492"/>
              </p:ext>
            </p:extLst>
          </p:nvPr>
        </p:nvGraphicFramePr>
        <p:xfrm>
          <a:off x="685800" y="990600"/>
          <a:ext cx="7772400" cy="41148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4" name="Date Placeholder 3"/>
          <p:cNvSpPr>
            <a:spLocks noGrp="1"/>
          </p:cNvSpPr>
          <p:nvPr>
            <p:ph type="dt" sz="half" idx="10"/>
          </p:nvPr>
        </p:nvSpPr>
        <p:spPr/>
        <p:txBody>
          <a:bodyPr/>
          <a:lstStyle/>
          <a:p>
            <a:pPr>
              <a:defRPr/>
            </a:pPr>
            <a:fld id="{9BBEB4D9-FED1-41A1-9D9A-5F1A0529E0B8}" type="datetime4">
              <a:rPr lang="en-US"/>
              <a:pPr>
                <a:defRPr/>
              </a:pPr>
              <a:t>May 24, 2023</a:t>
            </a:fld>
            <a:endParaRPr lang="en-US"/>
          </a:p>
        </p:txBody>
      </p:sp>
      <p:sp>
        <p:nvSpPr>
          <p:cNvPr id="6" name="Slide Number Placeholder 5"/>
          <p:cNvSpPr>
            <a:spLocks noGrp="1"/>
          </p:cNvSpPr>
          <p:nvPr>
            <p:ph type="sldNum" sz="quarter" idx="12"/>
          </p:nvPr>
        </p:nvSpPr>
        <p:spPr/>
        <p:txBody>
          <a:bodyPr>
            <a:normAutofit/>
          </a:bodyPr>
          <a:lstStyle/>
          <a:p>
            <a:pPr>
              <a:defRPr/>
            </a:pPr>
            <a:fld id="{E8ECBE8A-8922-4C0B-8C2E-08A78A5B9BEB}" type="slidenum">
              <a:rPr lang="en-US"/>
              <a:pPr>
                <a:defRPr/>
              </a:pPr>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7" name="Rectangle 2"/>
          <p:cNvSpPr>
            <a:spLocks noGrp="1" noChangeArrowheads="1"/>
          </p:cNvSpPr>
          <p:nvPr>
            <p:ph type="title"/>
          </p:nvPr>
        </p:nvSpPr>
        <p:spPr/>
        <p:txBody>
          <a:bodyPr>
            <a:normAutofit fontScale="90000"/>
          </a:bodyPr>
          <a:lstStyle/>
          <a:p>
            <a:pPr eaLnBrk="1" hangingPunct="1"/>
            <a:r>
              <a:rPr lang="en-US" dirty="0"/>
              <a:t>Acting it out (</a:t>
            </a:r>
            <a:r>
              <a:rPr lang="en-US" dirty="0" err="1"/>
              <a:t>Anubhavas</a:t>
            </a:r>
            <a:r>
              <a:rPr lang="en-US" dirty="0"/>
              <a:t> for love in union)</a:t>
            </a:r>
          </a:p>
        </p:txBody>
      </p:sp>
      <p:sp>
        <p:nvSpPr>
          <p:cNvPr id="13318" name="Rectangle 3"/>
          <p:cNvSpPr>
            <a:spLocks noGrp="1" noChangeArrowheads="1"/>
          </p:cNvSpPr>
          <p:nvPr>
            <p:ph idx="1"/>
          </p:nvPr>
        </p:nvSpPr>
        <p:spPr/>
        <p:txBody>
          <a:bodyPr/>
          <a:lstStyle/>
          <a:p>
            <a:pPr eaLnBrk="1" hangingPunct="1">
              <a:lnSpc>
                <a:spcPct val="150000"/>
              </a:lnSpc>
            </a:pPr>
            <a:r>
              <a:rPr lang="en-US" sz="2000" dirty="0"/>
              <a:t>Pleasant face </a:t>
            </a:r>
          </a:p>
          <a:p>
            <a:pPr eaLnBrk="1" hangingPunct="1">
              <a:lnSpc>
                <a:spcPct val="150000"/>
              </a:lnSpc>
            </a:pPr>
            <a:r>
              <a:rPr lang="en-US" sz="2000" dirty="0"/>
              <a:t>Skillful (use) of the eyes</a:t>
            </a:r>
          </a:p>
          <a:p>
            <a:pPr eaLnBrk="1" hangingPunct="1">
              <a:lnSpc>
                <a:spcPct val="150000"/>
              </a:lnSpc>
            </a:pPr>
            <a:r>
              <a:rPr lang="en-US" sz="2000" dirty="0"/>
              <a:t>Side glances</a:t>
            </a:r>
          </a:p>
          <a:p>
            <a:pPr eaLnBrk="1" hangingPunct="1">
              <a:lnSpc>
                <a:spcPct val="150000"/>
              </a:lnSpc>
            </a:pPr>
            <a:r>
              <a:rPr lang="en-US" sz="2000" dirty="0"/>
              <a:t>Frowning</a:t>
            </a:r>
          </a:p>
          <a:p>
            <a:pPr eaLnBrk="1" hangingPunct="1">
              <a:lnSpc>
                <a:spcPct val="150000"/>
              </a:lnSpc>
            </a:pPr>
            <a:r>
              <a:rPr lang="en-US" sz="2000" dirty="0"/>
              <a:t>Flirtatious movements</a:t>
            </a:r>
          </a:p>
          <a:p>
            <a:pPr eaLnBrk="1" hangingPunct="1">
              <a:lnSpc>
                <a:spcPct val="150000"/>
              </a:lnSpc>
            </a:pPr>
            <a:r>
              <a:rPr lang="en-US" sz="2000" dirty="0"/>
              <a:t>Gentle/graceful bodily movements</a:t>
            </a:r>
          </a:p>
          <a:p>
            <a:pPr eaLnBrk="1" hangingPunct="1">
              <a:lnSpc>
                <a:spcPct val="150000"/>
              </a:lnSpc>
            </a:pPr>
            <a:r>
              <a:rPr lang="en-US" sz="2000" dirty="0"/>
              <a:t>Soft Speech</a:t>
            </a:r>
          </a:p>
          <a:p>
            <a:pPr eaLnBrk="1" hangingPunct="1">
              <a:lnSpc>
                <a:spcPct val="150000"/>
              </a:lnSpc>
            </a:pPr>
            <a:r>
              <a:rPr lang="en-US" sz="2000" dirty="0"/>
              <a:t>The following </a:t>
            </a:r>
            <a:r>
              <a:rPr lang="en-US" sz="2000" dirty="0" err="1"/>
              <a:t>vyabhichari</a:t>
            </a:r>
            <a:r>
              <a:rPr lang="en-US" sz="2000" dirty="0"/>
              <a:t> Bhavas do not belong to </a:t>
            </a:r>
            <a:r>
              <a:rPr lang="en-US" sz="2000" dirty="0" err="1"/>
              <a:t>Srngara</a:t>
            </a:r>
            <a:r>
              <a:rPr lang="en-US" sz="2000" dirty="0"/>
              <a:t>: Laziness, Violence, Disgust</a:t>
            </a:r>
          </a:p>
        </p:txBody>
      </p:sp>
      <p:sp>
        <p:nvSpPr>
          <p:cNvPr id="4" name="Date Placeholder 3"/>
          <p:cNvSpPr>
            <a:spLocks noGrp="1"/>
          </p:cNvSpPr>
          <p:nvPr>
            <p:ph type="dt" sz="half" idx="10"/>
          </p:nvPr>
        </p:nvSpPr>
        <p:spPr/>
        <p:txBody>
          <a:bodyPr/>
          <a:lstStyle/>
          <a:p>
            <a:pPr>
              <a:defRPr/>
            </a:pPr>
            <a:fld id="{C420A762-47C5-4F4C-90D4-0019E7FE8F1E}" type="datetime4">
              <a:rPr lang="en-US"/>
              <a:pPr>
                <a:defRPr/>
              </a:pPr>
              <a:t>May 24, 2023</a:t>
            </a:fld>
            <a:endParaRPr lang="en-US"/>
          </a:p>
        </p:txBody>
      </p:sp>
      <p:sp>
        <p:nvSpPr>
          <p:cNvPr id="6" name="Slide Number Placeholder 5"/>
          <p:cNvSpPr>
            <a:spLocks noGrp="1"/>
          </p:cNvSpPr>
          <p:nvPr>
            <p:ph type="sldNum" sz="quarter" idx="12"/>
          </p:nvPr>
        </p:nvSpPr>
        <p:spPr/>
        <p:txBody>
          <a:bodyPr>
            <a:normAutofit/>
          </a:bodyPr>
          <a:lstStyle/>
          <a:p>
            <a:pPr>
              <a:defRPr/>
            </a:pPr>
            <a:fld id="{EAC567DC-E3D2-4293-9EEA-441578F92416}" type="slidenum">
              <a:rPr lang="en-US"/>
              <a:pPr>
                <a:defRPr/>
              </a:pPr>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41" name="Rectangle 2"/>
          <p:cNvSpPr>
            <a:spLocks noGrp="1" noChangeArrowheads="1"/>
          </p:cNvSpPr>
          <p:nvPr>
            <p:ph type="title"/>
          </p:nvPr>
        </p:nvSpPr>
        <p:spPr/>
        <p:txBody>
          <a:bodyPr>
            <a:normAutofit/>
          </a:bodyPr>
          <a:lstStyle/>
          <a:p>
            <a:pPr eaLnBrk="1" hangingPunct="1"/>
            <a:r>
              <a:rPr lang="en-US" sz="2800" dirty="0"/>
              <a:t>Acting it out (</a:t>
            </a:r>
            <a:r>
              <a:rPr lang="en-US" sz="2800" dirty="0" err="1"/>
              <a:t>Anubhavas</a:t>
            </a:r>
            <a:r>
              <a:rPr lang="en-US" sz="2800" dirty="0"/>
              <a:t> for love in separation)</a:t>
            </a:r>
          </a:p>
        </p:txBody>
      </p:sp>
      <p:sp>
        <p:nvSpPr>
          <p:cNvPr id="30" name="Date Placeholder 3"/>
          <p:cNvSpPr>
            <a:spLocks noGrp="1"/>
          </p:cNvSpPr>
          <p:nvPr>
            <p:ph type="dt" sz="half" idx="10"/>
          </p:nvPr>
        </p:nvSpPr>
        <p:spPr/>
        <p:txBody>
          <a:bodyPr/>
          <a:lstStyle/>
          <a:p>
            <a:pPr>
              <a:defRPr/>
            </a:pPr>
            <a:fld id="{6CDFB7AA-2164-4452-A3B9-0EA78BB8B9EF}" type="datetime4">
              <a:rPr lang="en-US"/>
              <a:pPr>
                <a:defRPr/>
              </a:pPr>
              <a:t>May 24, 2023</a:t>
            </a:fld>
            <a:endParaRPr lang="en-US"/>
          </a:p>
        </p:txBody>
      </p:sp>
      <p:sp>
        <p:nvSpPr>
          <p:cNvPr id="32" name="Slide Number Placeholder 5"/>
          <p:cNvSpPr>
            <a:spLocks noGrp="1"/>
          </p:cNvSpPr>
          <p:nvPr>
            <p:ph type="sldNum" sz="quarter" idx="12"/>
          </p:nvPr>
        </p:nvSpPr>
        <p:spPr/>
        <p:txBody>
          <a:bodyPr>
            <a:normAutofit/>
          </a:bodyPr>
          <a:lstStyle/>
          <a:p>
            <a:pPr>
              <a:defRPr/>
            </a:pPr>
            <a:fld id="{8FC3E388-F090-47A5-9F24-BED2560B7981}" type="slidenum">
              <a:rPr lang="en-US"/>
              <a:pPr>
                <a:defRPr/>
              </a:pPr>
              <a:t>28</a:t>
            </a:fld>
            <a:endParaRPr lang="en-US"/>
          </a:p>
        </p:txBody>
      </p:sp>
      <p:graphicFrame>
        <p:nvGraphicFramePr>
          <p:cNvPr id="27693" name="Group 45"/>
          <p:cNvGraphicFramePr>
            <a:graphicFrameLocks noGrp="1"/>
          </p:cNvGraphicFramePr>
          <p:nvPr>
            <p:extLst>
              <p:ext uri="{D42A27DB-BD31-4B8C-83A1-F6EECF244321}">
                <p14:modId xmlns:p14="http://schemas.microsoft.com/office/powerpoint/2010/main" val="4097671317"/>
              </p:ext>
            </p:extLst>
          </p:nvPr>
        </p:nvGraphicFramePr>
        <p:xfrm>
          <a:off x="1447800" y="1422400"/>
          <a:ext cx="6096000" cy="4191636"/>
        </p:xfrm>
        <a:graphic>
          <a:graphicData uri="http://schemas.openxmlformats.org/drawingml/2006/table">
            <a:tbl>
              <a:tblPr/>
              <a:tblGrid>
                <a:gridCol w="3048000">
                  <a:extLst>
                    <a:ext uri="{9D8B030D-6E8A-4147-A177-3AD203B41FA5}">
                      <a16:colId xmlns:a16="http://schemas.microsoft.com/office/drawing/2014/main" val="20000"/>
                    </a:ext>
                  </a:extLst>
                </a:gridCol>
                <a:gridCol w="3048000">
                  <a:extLst>
                    <a:ext uri="{9D8B030D-6E8A-4147-A177-3AD203B41FA5}">
                      <a16:colId xmlns:a16="http://schemas.microsoft.com/office/drawing/2014/main" val="20001"/>
                    </a:ext>
                  </a:extLst>
                </a:gridCol>
              </a:tblGrid>
              <a:tr h="70866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bg1"/>
                          </a:solidFill>
                          <a:effectLst/>
                          <a:latin typeface="Tahoma" pitchFamily="34" charset="0"/>
                        </a:rPr>
                        <a:t>World weariness</a:t>
                      </a:r>
                    </a:p>
                  </a:txBody>
                  <a:tcPr anchor="ctr" horzOverflow="overflow">
                    <a:lnL w="38100" cap="flat" cmpd="sng" algn="ctr">
                      <a:solidFill>
                        <a:srgbClr val="FF6600"/>
                      </a:solidFill>
                      <a:prstDash val="solid"/>
                      <a:round/>
                      <a:headEnd type="none" w="med" len="med"/>
                      <a:tailEnd type="none" w="med" len="med"/>
                    </a:lnL>
                    <a:lnR w="12700" cap="flat" cmpd="sng" algn="ctr">
                      <a:solidFill>
                        <a:srgbClr val="FF6600"/>
                      </a:solidFill>
                      <a:prstDash val="solid"/>
                      <a:round/>
                      <a:headEnd type="none" w="med" len="med"/>
                      <a:tailEnd type="none" w="med" len="med"/>
                    </a:lnR>
                    <a:lnT w="38100" cap="flat" cmpd="sng" algn="ctr">
                      <a:solidFill>
                        <a:srgbClr val="FF6600"/>
                      </a:solidFill>
                      <a:prstDash val="solid"/>
                      <a:round/>
                      <a:headEnd type="none" w="med" len="med"/>
                      <a:tailEnd type="none" w="med" len="med"/>
                    </a:lnT>
                    <a:lnB w="12700" cap="flat" cmpd="sng" algn="ctr">
                      <a:solidFill>
                        <a:srgbClr val="FF66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bg1"/>
                          </a:solidFill>
                          <a:effectLst/>
                          <a:latin typeface="Tahoma" pitchFamily="34" charset="0"/>
                        </a:rPr>
                        <a:t>Physical weakness</a:t>
                      </a:r>
                    </a:p>
                  </a:txBody>
                  <a:tcPr anchor="ctr" horzOverflow="overflow">
                    <a:lnL w="12700" cap="flat" cmpd="sng" algn="ctr">
                      <a:solidFill>
                        <a:srgbClr val="FF6600"/>
                      </a:solidFill>
                      <a:prstDash val="solid"/>
                      <a:round/>
                      <a:headEnd type="none" w="med" len="med"/>
                      <a:tailEnd type="none" w="med" len="med"/>
                    </a:lnL>
                    <a:lnR w="38100" cap="flat" cmpd="sng" algn="ctr">
                      <a:solidFill>
                        <a:srgbClr val="FF6600"/>
                      </a:solidFill>
                      <a:prstDash val="solid"/>
                      <a:round/>
                      <a:headEnd type="none" w="med" len="med"/>
                      <a:tailEnd type="none" w="med" len="med"/>
                    </a:lnR>
                    <a:lnT w="38100" cap="flat" cmpd="sng" algn="ctr">
                      <a:solidFill>
                        <a:srgbClr val="FF6600"/>
                      </a:solidFill>
                      <a:prstDash val="solid"/>
                      <a:round/>
                      <a:headEnd type="none" w="med" len="med"/>
                      <a:tailEnd type="none" w="med" len="med"/>
                    </a:lnT>
                    <a:lnB w="12700" cap="flat" cmpd="sng" algn="ctr">
                      <a:solidFill>
                        <a:srgbClr val="FF66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579438">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bg1"/>
                          </a:solidFill>
                          <a:effectLst/>
                          <a:latin typeface="Tahoma" pitchFamily="34" charset="0"/>
                        </a:rPr>
                        <a:t>Sickness</a:t>
                      </a:r>
                    </a:p>
                  </a:txBody>
                  <a:tcPr anchor="ctr" horzOverflow="overflow">
                    <a:lnL w="38100" cap="flat" cmpd="sng" algn="ctr">
                      <a:solidFill>
                        <a:srgbClr val="FF6600"/>
                      </a:solidFill>
                      <a:prstDash val="solid"/>
                      <a:round/>
                      <a:headEnd type="none" w="med" len="med"/>
                      <a:tailEnd type="none" w="med" len="med"/>
                    </a:lnL>
                    <a:lnR w="12700" cap="flat" cmpd="sng" algn="ctr">
                      <a:solidFill>
                        <a:srgbClr val="FF6600"/>
                      </a:solidFill>
                      <a:prstDash val="solid"/>
                      <a:round/>
                      <a:headEnd type="none" w="med" len="med"/>
                      <a:tailEnd type="none" w="med" len="med"/>
                    </a:lnR>
                    <a:lnT w="12700" cap="flat" cmpd="sng" algn="ctr">
                      <a:solidFill>
                        <a:srgbClr val="FF6600"/>
                      </a:solidFill>
                      <a:prstDash val="solid"/>
                      <a:round/>
                      <a:headEnd type="none" w="med" len="med"/>
                      <a:tailEnd type="none" w="med" len="med"/>
                    </a:lnT>
                    <a:lnB w="12700" cap="flat" cmpd="sng" algn="ctr">
                      <a:solidFill>
                        <a:srgbClr val="FF66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bg1"/>
                          </a:solidFill>
                          <a:effectLst/>
                          <a:latin typeface="Tahoma" pitchFamily="34" charset="0"/>
                        </a:rPr>
                        <a:t>Envy</a:t>
                      </a:r>
                    </a:p>
                  </a:txBody>
                  <a:tcPr anchor="ctr" horzOverflow="overflow">
                    <a:lnL w="12700" cap="flat" cmpd="sng" algn="ctr">
                      <a:solidFill>
                        <a:srgbClr val="FF6600"/>
                      </a:solidFill>
                      <a:prstDash val="solid"/>
                      <a:round/>
                      <a:headEnd type="none" w="med" len="med"/>
                      <a:tailEnd type="none" w="med" len="med"/>
                    </a:lnL>
                    <a:lnR w="38100" cap="flat" cmpd="sng" algn="ctr">
                      <a:solidFill>
                        <a:srgbClr val="FF6600"/>
                      </a:solidFill>
                      <a:prstDash val="solid"/>
                      <a:round/>
                      <a:headEnd type="none" w="med" len="med"/>
                      <a:tailEnd type="none" w="med" len="med"/>
                    </a:lnR>
                    <a:lnT w="12700" cap="flat" cmpd="sng" algn="ctr">
                      <a:solidFill>
                        <a:srgbClr val="FF6600"/>
                      </a:solidFill>
                      <a:prstDash val="solid"/>
                      <a:round/>
                      <a:headEnd type="none" w="med" len="med"/>
                      <a:tailEnd type="none" w="med" len="med"/>
                    </a:lnT>
                    <a:lnB w="12700" cap="flat" cmpd="sng" algn="ctr">
                      <a:solidFill>
                        <a:srgbClr val="FF66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581025">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bg1"/>
                          </a:solidFill>
                          <a:effectLst/>
                          <a:latin typeface="Tahoma" pitchFamily="34" charset="0"/>
                        </a:rPr>
                        <a:t>Fatigue</a:t>
                      </a:r>
                    </a:p>
                  </a:txBody>
                  <a:tcPr anchor="ctr" horzOverflow="overflow">
                    <a:lnL w="38100" cap="flat" cmpd="sng" algn="ctr">
                      <a:solidFill>
                        <a:srgbClr val="FF6600"/>
                      </a:solidFill>
                      <a:prstDash val="solid"/>
                      <a:round/>
                      <a:headEnd type="none" w="med" len="med"/>
                      <a:tailEnd type="none" w="med" len="med"/>
                    </a:lnL>
                    <a:lnR w="12700" cap="flat" cmpd="sng" algn="ctr">
                      <a:solidFill>
                        <a:srgbClr val="FF6600"/>
                      </a:solidFill>
                      <a:prstDash val="solid"/>
                      <a:round/>
                      <a:headEnd type="none" w="med" len="med"/>
                      <a:tailEnd type="none" w="med" len="med"/>
                    </a:lnR>
                    <a:lnT w="12700" cap="flat" cmpd="sng" algn="ctr">
                      <a:solidFill>
                        <a:srgbClr val="FF6600"/>
                      </a:solidFill>
                      <a:prstDash val="solid"/>
                      <a:round/>
                      <a:headEnd type="none" w="med" len="med"/>
                      <a:tailEnd type="none" w="med" len="med"/>
                    </a:lnT>
                    <a:lnB w="12700" cap="flat" cmpd="sng" algn="ctr">
                      <a:solidFill>
                        <a:srgbClr val="FF66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bg1"/>
                          </a:solidFill>
                          <a:effectLst/>
                          <a:latin typeface="Tahoma" pitchFamily="34" charset="0"/>
                        </a:rPr>
                        <a:t>Worry</a:t>
                      </a:r>
                    </a:p>
                  </a:txBody>
                  <a:tcPr anchor="ctr" horzOverflow="overflow">
                    <a:lnL w="12700" cap="flat" cmpd="sng" algn="ctr">
                      <a:solidFill>
                        <a:srgbClr val="FF6600"/>
                      </a:solidFill>
                      <a:prstDash val="solid"/>
                      <a:round/>
                      <a:headEnd type="none" w="med" len="med"/>
                      <a:tailEnd type="none" w="med" len="med"/>
                    </a:lnL>
                    <a:lnR w="38100" cap="flat" cmpd="sng" algn="ctr">
                      <a:solidFill>
                        <a:srgbClr val="FF6600"/>
                      </a:solidFill>
                      <a:prstDash val="solid"/>
                      <a:round/>
                      <a:headEnd type="none" w="med" len="med"/>
                      <a:tailEnd type="none" w="med" len="med"/>
                    </a:lnR>
                    <a:lnT w="12700" cap="flat" cmpd="sng" algn="ctr">
                      <a:solidFill>
                        <a:srgbClr val="FF6600"/>
                      </a:solidFill>
                      <a:prstDash val="solid"/>
                      <a:round/>
                      <a:headEnd type="none" w="med" len="med"/>
                      <a:tailEnd type="none" w="med" len="med"/>
                    </a:lnT>
                    <a:lnB w="12700" cap="flat" cmpd="sng" algn="ctr">
                      <a:solidFill>
                        <a:srgbClr val="FF66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581025">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bg1"/>
                          </a:solidFill>
                          <a:effectLst/>
                          <a:latin typeface="Tahoma" pitchFamily="34" charset="0"/>
                        </a:rPr>
                        <a:t>Longing</a:t>
                      </a:r>
                    </a:p>
                  </a:txBody>
                  <a:tcPr anchor="ctr" horzOverflow="overflow">
                    <a:lnL w="38100" cap="flat" cmpd="sng" algn="ctr">
                      <a:solidFill>
                        <a:srgbClr val="FF6600"/>
                      </a:solidFill>
                      <a:prstDash val="solid"/>
                      <a:round/>
                      <a:headEnd type="none" w="med" len="med"/>
                      <a:tailEnd type="none" w="med" len="med"/>
                    </a:lnL>
                    <a:lnR w="12700" cap="flat" cmpd="sng" algn="ctr">
                      <a:solidFill>
                        <a:srgbClr val="FF6600"/>
                      </a:solidFill>
                      <a:prstDash val="solid"/>
                      <a:round/>
                      <a:headEnd type="none" w="med" len="med"/>
                      <a:tailEnd type="none" w="med" len="med"/>
                    </a:lnR>
                    <a:lnT w="12700" cap="flat" cmpd="sng" algn="ctr">
                      <a:solidFill>
                        <a:srgbClr val="FF6600"/>
                      </a:solidFill>
                      <a:prstDash val="solid"/>
                      <a:round/>
                      <a:headEnd type="none" w="med" len="med"/>
                      <a:tailEnd type="none" w="med" len="med"/>
                    </a:lnT>
                    <a:lnB w="12700" cap="flat" cmpd="sng" algn="ctr">
                      <a:solidFill>
                        <a:srgbClr val="FF66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bg1"/>
                          </a:solidFill>
                          <a:effectLst/>
                          <a:latin typeface="Tahoma" pitchFamily="34" charset="0"/>
                        </a:rPr>
                        <a:t>Anxiety</a:t>
                      </a:r>
                    </a:p>
                  </a:txBody>
                  <a:tcPr anchor="ctr" horzOverflow="overflow">
                    <a:lnL w="12700" cap="flat" cmpd="sng" algn="ctr">
                      <a:solidFill>
                        <a:srgbClr val="FF6600"/>
                      </a:solidFill>
                      <a:prstDash val="solid"/>
                      <a:round/>
                      <a:headEnd type="none" w="med" len="med"/>
                      <a:tailEnd type="none" w="med" len="med"/>
                    </a:lnL>
                    <a:lnR w="38100" cap="flat" cmpd="sng" algn="ctr">
                      <a:solidFill>
                        <a:srgbClr val="FF6600"/>
                      </a:solidFill>
                      <a:prstDash val="solid"/>
                      <a:round/>
                      <a:headEnd type="none" w="med" len="med"/>
                      <a:tailEnd type="none" w="med" len="med"/>
                    </a:lnR>
                    <a:lnT w="12700" cap="flat" cmpd="sng" algn="ctr">
                      <a:solidFill>
                        <a:srgbClr val="FF6600"/>
                      </a:solidFill>
                      <a:prstDash val="solid"/>
                      <a:round/>
                      <a:headEnd type="none" w="med" len="med"/>
                      <a:tailEnd type="none" w="med" len="med"/>
                    </a:lnT>
                    <a:lnB w="12700" cap="flat" cmpd="sng" algn="ctr">
                      <a:solidFill>
                        <a:srgbClr val="FF66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581025">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bg1"/>
                          </a:solidFill>
                          <a:effectLst/>
                          <a:latin typeface="Tahoma" pitchFamily="34" charset="0"/>
                        </a:rPr>
                        <a:t>Dreaming</a:t>
                      </a:r>
                    </a:p>
                  </a:txBody>
                  <a:tcPr anchor="ctr" horzOverflow="overflow">
                    <a:lnL w="38100" cap="flat" cmpd="sng" algn="ctr">
                      <a:solidFill>
                        <a:srgbClr val="FF6600"/>
                      </a:solidFill>
                      <a:prstDash val="solid"/>
                      <a:round/>
                      <a:headEnd type="none" w="med" len="med"/>
                      <a:tailEnd type="none" w="med" len="med"/>
                    </a:lnL>
                    <a:lnR w="12700" cap="flat" cmpd="sng" algn="ctr">
                      <a:solidFill>
                        <a:srgbClr val="FF6600"/>
                      </a:solidFill>
                      <a:prstDash val="solid"/>
                      <a:round/>
                      <a:headEnd type="none" w="med" len="med"/>
                      <a:tailEnd type="none" w="med" len="med"/>
                    </a:lnR>
                    <a:lnT w="12700" cap="flat" cmpd="sng" algn="ctr">
                      <a:solidFill>
                        <a:srgbClr val="FF6600"/>
                      </a:solidFill>
                      <a:prstDash val="solid"/>
                      <a:round/>
                      <a:headEnd type="none" w="med" len="med"/>
                      <a:tailEnd type="none" w="med" len="med"/>
                    </a:lnT>
                    <a:lnB w="12700" cap="flat" cmpd="sng" algn="ctr">
                      <a:solidFill>
                        <a:srgbClr val="FF66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bg1"/>
                          </a:solidFill>
                          <a:effectLst/>
                          <a:latin typeface="Tahoma" pitchFamily="34" charset="0"/>
                        </a:rPr>
                        <a:t>Awakening</a:t>
                      </a:r>
                    </a:p>
                  </a:txBody>
                  <a:tcPr anchor="ctr" horzOverflow="overflow">
                    <a:lnL w="12700" cap="flat" cmpd="sng" algn="ctr">
                      <a:solidFill>
                        <a:srgbClr val="FF6600"/>
                      </a:solidFill>
                      <a:prstDash val="solid"/>
                      <a:round/>
                      <a:headEnd type="none" w="med" len="med"/>
                      <a:tailEnd type="none" w="med" len="med"/>
                    </a:lnL>
                    <a:lnR w="38100" cap="flat" cmpd="sng" algn="ctr">
                      <a:solidFill>
                        <a:srgbClr val="FF6600"/>
                      </a:solidFill>
                      <a:prstDash val="solid"/>
                      <a:round/>
                      <a:headEnd type="none" w="med" len="med"/>
                      <a:tailEnd type="none" w="med" len="med"/>
                    </a:lnR>
                    <a:lnT w="12700" cap="flat" cmpd="sng" algn="ctr">
                      <a:solidFill>
                        <a:srgbClr val="FF6600"/>
                      </a:solidFill>
                      <a:prstDash val="solid"/>
                      <a:round/>
                      <a:headEnd type="none" w="med" len="med"/>
                      <a:tailEnd type="none" w="med" len="med"/>
                    </a:lnT>
                    <a:lnB w="12700" cap="flat" cmpd="sng" algn="ctr">
                      <a:solidFill>
                        <a:srgbClr val="FF66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579438">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bg1"/>
                          </a:solidFill>
                          <a:effectLst/>
                          <a:latin typeface="Tahoma" pitchFamily="34" charset="0"/>
                        </a:rPr>
                        <a:t>Insanity</a:t>
                      </a:r>
                    </a:p>
                  </a:txBody>
                  <a:tcPr anchor="ctr" horzOverflow="overflow">
                    <a:lnL w="38100" cap="flat" cmpd="sng" algn="ctr">
                      <a:solidFill>
                        <a:srgbClr val="FF6600"/>
                      </a:solidFill>
                      <a:prstDash val="solid"/>
                      <a:round/>
                      <a:headEnd type="none" w="med" len="med"/>
                      <a:tailEnd type="none" w="med" len="med"/>
                    </a:lnL>
                    <a:lnR w="12700" cap="flat" cmpd="sng" algn="ctr">
                      <a:solidFill>
                        <a:srgbClr val="FF6600"/>
                      </a:solidFill>
                      <a:prstDash val="solid"/>
                      <a:round/>
                      <a:headEnd type="none" w="med" len="med"/>
                      <a:tailEnd type="none" w="med" len="med"/>
                    </a:lnR>
                    <a:lnT w="12700" cap="flat" cmpd="sng" algn="ctr">
                      <a:solidFill>
                        <a:srgbClr val="FF6600"/>
                      </a:solidFill>
                      <a:prstDash val="solid"/>
                      <a:round/>
                      <a:headEnd type="none" w="med" len="med"/>
                      <a:tailEnd type="none" w="med" len="med"/>
                    </a:lnT>
                    <a:lnB w="12700" cap="flat" cmpd="sng" algn="ctr">
                      <a:solidFill>
                        <a:srgbClr val="FF66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bg1"/>
                          </a:solidFill>
                          <a:effectLst/>
                          <a:latin typeface="Tahoma" pitchFamily="34" charset="0"/>
                        </a:rPr>
                        <a:t>Apoplexy</a:t>
                      </a:r>
                    </a:p>
                  </a:txBody>
                  <a:tcPr anchor="ctr" horzOverflow="overflow">
                    <a:lnL w="12700" cap="flat" cmpd="sng" algn="ctr">
                      <a:solidFill>
                        <a:srgbClr val="FF6600"/>
                      </a:solidFill>
                      <a:prstDash val="solid"/>
                      <a:round/>
                      <a:headEnd type="none" w="med" len="med"/>
                      <a:tailEnd type="none" w="med" len="med"/>
                    </a:lnL>
                    <a:lnR w="38100" cap="flat" cmpd="sng" algn="ctr">
                      <a:solidFill>
                        <a:srgbClr val="FF6600"/>
                      </a:solidFill>
                      <a:prstDash val="solid"/>
                      <a:round/>
                      <a:headEnd type="none" w="med" len="med"/>
                      <a:tailEnd type="none" w="med" len="med"/>
                    </a:lnR>
                    <a:lnT w="12700" cap="flat" cmpd="sng" algn="ctr">
                      <a:solidFill>
                        <a:srgbClr val="FF6600"/>
                      </a:solidFill>
                      <a:prstDash val="solid"/>
                      <a:round/>
                      <a:headEnd type="none" w="med" len="med"/>
                      <a:tailEnd type="none" w="med" len="med"/>
                    </a:lnT>
                    <a:lnB w="12700" cap="flat" cmpd="sng" algn="ctr">
                      <a:solidFill>
                        <a:srgbClr val="FF66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581025">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bg1"/>
                          </a:solidFill>
                          <a:effectLst/>
                          <a:latin typeface="Tahoma" pitchFamily="34" charset="0"/>
                        </a:rPr>
                        <a:t>Lifelessness</a:t>
                      </a:r>
                    </a:p>
                  </a:txBody>
                  <a:tcPr anchor="ctr" horzOverflow="overflow">
                    <a:lnL w="38100" cap="flat" cmpd="sng" algn="ctr">
                      <a:solidFill>
                        <a:srgbClr val="FF6600"/>
                      </a:solidFill>
                      <a:prstDash val="solid"/>
                      <a:round/>
                      <a:headEnd type="none" w="med" len="med"/>
                      <a:tailEnd type="none" w="med" len="med"/>
                    </a:lnL>
                    <a:lnR w="12700" cap="flat" cmpd="sng" algn="ctr">
                      <a:solidFill>
                        <a:srgbClr val="FF6600"/>
                      </a:solidFill>
                      <a:prstDash val="solid"/>
                      <a:round/>
                      <a:headEnd type="none" w="med" len="med"/>
                      <a:tailEnd type="none" w="med" len="med"/>
                    </a:lnR>
                    <a:lnT w="12700" cap="flat" cmpd="sng" algn="ctr">
                      <a:solidFill>
                        <a:srgbClr val="FF6600"/>
                      </a:solidFill>
                      <a:prstDash val="solid"/>
                      <a:round/>
                      <a:headEnd type="none" w="med" len="med"/>
                      <a:tailEnd type="none" w="med" len="med"/>
                    </a:lnT>
                    <a:lnB w="38100" cap="flat" cmpd="sng" algn="ctr">
                      <a:solidFill>
                        <a:srgbClr val="FF66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bg1"/>
                          </a:solidFill>
                          <a:effectLst/>
                          <a:latin typeface="Tahoma" pitchFamily="34" charset="0"/>
                        </a:rPr>
                        <a:t>Death</a:t>
                      </a:r>
                    </a:p>
                  </a:txBody>
                  <a:tcPr anchor="ctr" horzOverflow="overflow">
                    <a:lnL w="12700" cap="flat" cmpd="sng" algn="ctr">
                      <a:solidFill>
                        <a:srgbClr val="FF6600"/>
                      </a:solidFill>
                      <a:prstDash val="solid"/>
                      <a:round/>
                      <a:headEnd type="none" w="med" len="med"/>
                      <a:tailEnd type="none" w="med" len="med"/>
                    </a:lnL>
                    <a:lnR w="38100" cap="flat" cmpd="sng" algn="ctr">
                      <a:solidFill>
                        <a:srgbClr val="FF6600"/>
                      </a:solidFill>
                      <a:prstDash val="solid"/>
                      <a:round/>
                      <a:headEnd type="none" w="med" len="med"/>
                      <a:tailEnd type="none" w="med" len="med"/>
                    </a:lnR>
                    <a:lnT w="12700" cap="flat" cmpd="sng" algn="ctr">
                      <a:solidFill>
                        <a:srgbClr val="FF6600"/>
                      </a:solidFill>
                      <a:prstDash val="solid"/>
                      <a:round/>
                      <a:headEnd type="none" w="med" len="med"/>
                      <a:tailEnd type="none" w="med" len="med"/>
                    </a:lnT>
                    <a:lnB w="38100" cap="flat" cmpd="sng" algn="ctr">
                      <a:solidFill>
                        <a:srgbClr val="FF66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bl>
          </a:graphicData>
        </a:graphic>
      </p:graphicFrame>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6" name="Rectangle 4"/>
          <p:cNvSpPr>
            <a:spLocks noGrp="1" noChangeArrowheads="1"/>
          </p:cNvSpPr>
          <p:nvPr>
            <p:ph type="title"/>
          </p:nvPr>
        </p:nvSpPr>
        <p:spPr/>
        <p:txBody>
          <a:bodyPr/>
          <a:lstStyle/>
          <a:p>
            <a:pPr eaLnBrk="1" hangingPunct="1"/>
            <a:r>
              <a:rPr lang="en-US"/>
              <a:t>Hasya Rasa</a:t>
            </a:r>
          </a:p>
        </p:txBody>
      </p:sp>
      <p:sp>
        <p:nvSpPr>
          <p:cNvPr id="15365" name="Rectangle 3"/>
          <p:cNvSpPr>
            <a:spLocks noGrp="1" noChangeArrowheads="1"/>
          </p:cNvSpPr>
          <p:nvPr>
            <p:ph idx="1"/>
          </p:nvPr>
        </p:nvSpPr>
        <p:spPr/>
        <p:txBody>
          <a:bodyPr/>
          <a:lstStyle/>
          <a:p>
            <a:pPr eaLnBrk="1" hangingPunct="1">
              <a:lnSpc>
                <a:spcPct val="150000"/>
              </a:lnSpc>
            </a:pPr>
            <a:r>
              <a:rPr lang="en-US" sz="2000"/>
              <a:t>The primary emotion is </a:t>
            </a:r>
            <a:r>
              <a:rPr lang="en-US" sz="2000" dirty="0" err="1"/>
              <a:t>Hasa</a:t>
            </a:r>
            <a:r>
              <a:rPr lang="en-US" sz="2000" dirty="0"/>
              <a:t> (Laughter)</a:t>
            </a:r>
          </a:p>
          <a:p>
            <a:pPr eaLnBrk="1" hangingPunct="1">
              <a:lnSpc>
                <a:spcPct val="150000"/>
              </a:lnSpc>
            </a:pPr>
            <a:r>
              <a:rPr lang="en-US" sz="2000" dirty="0"/>
              <a:t>It arises from </a:t>
            </a:r>
            <a:r>
              <a:rPr lang="en-US" sz="2000" dirty="0" err="1"/>
              <a:t>vibhava</a:t>
            </a:r>
            <a:r>
              <a:rPr lang="en-US" sz="2000" dirty="0"/>
              <a:t> like:</a:t>
            </a:r>
          </a:p>
          <a:p>
            <a:pPr lvl="1" eaLnBrk="1" hangingPunct="1">
              <a:lnSpc>
                <a:spcPct val="150000"/>
              </a:lnSpc>
            </a:pPr>
            <a:r>
              <a:rPr lang="en-US" sz="1800" dirty="0"/>
              <a:t>Wearing odd clothes and ornaments</a:t>
            </a:r>
          </a:p>
          <a:p>
            <a:pPr lvl="1" eaLnBrk="1" hangingPunct="1">
              <a:lnSpc>
                <a:spcPct val="150000"/>
              </a:lnSpc>
            </a:pPr>
            <a:r>
              <a:rPr lang="en-US" sz="1800" dirty="0"/>
              <a:t>Shamelessness</a:t>
            </a:r>
          </a:p>
          <a:p>
            <a:pPr lvl="1" eaLnBrk="1" hangingPunct="1">
              <a:lnSpc>
                <a:spcPct val="150000"/>
              </a:lnSpc>
            </a:pPr>
            <a:r>
              <a:rPr lang="en-US" sz="1800" dirty="0"/>
              <a:t>Tickling sensitive body parts</a:t>
            </a:r>
          </a:p>
          <a:p>
            <a:pPr lvl="1" eaLnBrk="1" hangingPunct="1">
              <a:lnSpc>
                <a:spcPct val="150000"/>
              </a:lnSpc>
            </a:pPr>
            <a:r>
              <a:rPr lang="en-US" sz="1800" dirty="0"/>
              <a:t>Seeing Comic deformity</a:t>
            </a:r>
          </a:p>
          <a:p>
            <a:pPr lvl="1" eaLnBrk="1" hangingPunct="1">
              <a:lnSpc>
                <a:spcPct val="150000"/>
              </a:lnSpc>
            </a:pPr>
            <a:r>
              <a:rPr lang="en-US" sz="1800" dirty="0"/>
              <a:t>Describing faults</a:t>
            </a:r>
          </a:p>
          <a:p>
            <a:pPr eaLnBrk="1" hangingPunct="1">
              <a:lnSpc>
                <a:spcPct val="150000"/>
              </a:lnSpc>
            </a:pPr>
            <a:r>
              <a:rPr lang="en-US" sz="2000" dirty="0"/>
              <a:t>The transitory emotions that accompany </a:t>
            </a:r>
            <a:r>
              <a:rPr lang="en-US" sz="2000" dirty="0" err="1"/>
              <a:t>Hasya</a:t>
            </a:r>
            <a:r>
              <a:rPr lang="en-US" sz="2000" dirty="0"/>
              <a:t> are: dissimulation, laziness, drowsiness, sleep, dreaming, awakening, envy etc.</a:t>
            </a:r>
          </a:p>
        </p:txBody>
      </p:sp>
      <p:sp>
        <p:nvSpPr>
          <p:cNvPr id="4" name="Date Placeholder 3"/>
          <p:cNvSpPr>
            <a:spLocks noGrp="1"/>
          </p:cNvSpPr>
          <p:nvPr>
            <p:ph type="dt" sz="half" idx="10"/>
          </p:nvPr>
        </p:nvSpPr>
        <p:spPr/>
        <p:txBody>
          <a:bodyPr/>
          <a:lstStyle/>
          <a:p>
            <a:pPr>
              <a:defRPr/>
            </a:pPr>
            <a:fld id="{39B992B4-AF2A-4C3C-8852-97D913D789C2}" type="datetime4">
              <a:rPr lang="en-US"/>
              <a:pPr>
                <a:defRPr/>
              </a:pPr>
              <a:t>May 24, 2023</a:t>
            </a:fld>
            <a:endParaRPr lang="en-US"/>
          </a:p>
        </p:txBody>
      </p:sp>
      <p:sp>
        <p:nvSpPr>
          <p:cNvPr id="6" name="Slide Number Placeholder 5"/>
          <p:cNvSpPr>
            <a:spLocks noGrp="1"/>
          </p:cNvSpPr>
          <p:nvPr>
            <p:ph type="sldNum" sz="quarter" idx="12"/>
          </p:nvPr>
        </p:nvSpPr>
        <p:spPr/>
        <p:txBody>
          <a:bodyPr>
            <a:normAutofit/>
          </a:bodyPr>
          <a:lstStyle/>
          <a:p>
            <a:pPr>
              <a:defRPr/>
            </a:pPr>
            <a:fld id="{55134CA2-77D9-4F5C-B4E8-D93EC9982D11}" type="slidenum">
              <a:rPr lang="en-US"/>
              <a:pPr>
                <a:defRPr/>
              </a:pPr>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410" name="Rectangle 41"/>
          <p:cNvSpPr>
            <a:spLocks noGrp="1" noChangeArrowheads="1"/>
          </p:cNvSpPr>
          <p:nvPr>
            <p:ph type="title"/>
          </p:nvPr>
        </p:nvSpPr>
        <p:spPr/>
        <p:txBody>
          <a:bodyPr/>
          <a:lstStyle/>
          <a:p>
            <a:pPr eaLnBrk="1" hangingPunct="1"/>
            <a:r>
              <a:rPr lang="en-US"/>
              <a:t>Types of Hasya Rasa</a:t>
            </a:r>
          </a:p>
        </p:txBody>
      </p:sp>
      <p:sp>
        <p:nvSpPr>
          <p:cNvPr id="24" name="Date Placeholder 3"/>
          <p:cNvSpPr>
            <a:spLocks noGrp="1"/>
          </p:cNvSpPr>
          <p:nvPr>
            <p:ph type="dt" sz="half" idx="10"/>
          </p:nvPr>
        </p:nvSpPr>
        <p:spPr/>
        <p:txBody>
          <a:bodyPr/>
          <a:lstStyle/>
          <a:p>
            <a:pPr>
              <a:defRPr/>
            </a:pPr>
            <a:fld id="{65F060EF-FC25-4BF6-9230-D85599C09142}" type="datetime4">
              <a:rPr lang="en-US"/>
              <a:pPr>
                <a:defRPr/>
              </a:pPr>
              <a:t>May 24, 2023</a:t>
            </a:fld>
            <a:endParaRPr lang="en-US"/>
          </a:p>
        </p:txBody>
      </p:sp>
      <p:sp>
        <p:nvSpPr>
          <p:cNvPr id="26" name="Slide Number Placeholder 5"/>
          <p:cNvSpPr>
            <a:spLocks noGrp="1"/>
          </p:cNvSpPr>
          <p:nvPr>
            <p:ph type="sldNum" sz="quarter" idx="12"/>
          </p:nvPr>
        </p:nvSpPr>
        <p:spPr/>
        <p:txBody>
          <a:bodyPr>
            <a:normAutofit/>
          </a:bodyPr>
          <a:lstStyle/>
          <a:p>
            <a:pPr>
              <a:defRPr/>
            </a:pPr>
            <a:fld id="{6942ABB4-F07A-4A2F-9574-7BE24185D89F}" type="slidenum">
              <a:rPr lang="en-US"/>
              <a:pPr>
                <a:defRPr/>
              </a:pPr>
              <a:t>30</a:t>
            </a:fld>
            <a:endParaRPr lang="en-US"/>
          </a:p>
        </p:txBody>
      </p:sp>
      <p:sp>
        <p:nvSpPr>
          <p:cNvPr id="16389" name="Rectangle 11"/>
          <p:cNvSpPr>
            <a:spLocks noChangeArrowheads="1"/>
          </p:cNvSpPr>
          <p:nvPr/>
        </p:nvSpPr>
        <p:spPr bwMode="auto">
          <a:xfrm>
            <a:off x="2209800" y="1752600"/>
            <a:ext cx="1752600" cy="609600"/>
          </a:xfrm>
          <a:prstGeom prst="rect">
            <a:avLst/>
          </a:prstGeom>
          <a:solidFill>
            <a:schemeClr val="accent1"/>
          </a:solidFill>
          <a:ln w="9525">
            <a:solidFill>
              <a:srgbClr val="FF6600"/>
            </a:solidFill>
            <a:miter lim="800000"/>
            <a:headEnd/>
            <a:tailEnd/>
          </a:ln>
        </p:spPr>
        <p:txBody>
          <a:bodyPr wrap="none" anchor="ctr"/>
          <a:lstStyle/>
          <a:p>
            <a:pPr algn="ctr"/>
            <a:r>
              <a:rPr lang="en-US" sz="2000">
                <a:latin typeface="Calibri" panose="020F0502020204030204" pitchFamily="34" charset="0"/>
                <a:cs typeface="Calibri" panose="020F0502020204030204" pitchFamily="34" charset="0"/>
              </a:rPr>
              <a:t>Subject</a:t>
            </a:r>
          </a:p>
        </p:txBody>
      </p:sp>
      <p:sp>
        <p:nvSpPr>
          <p:cNvPr id="16390" name="Rectangle 12"/>
          <p:cNvSpPr>
            <a:spLocks noChangeArrowheads="1"/>
          </p:cNvSpPr>
          <p:nvPr/>
        </p:nvSpPr>
        <p:spPr bwMode="auto">
          <a:xfrm>
            <a:off x="4191000" y="1752600"/>
            <a:ext cx="1752600" cy="609600"/>
          </a:xfrm>
          <a:prstGeom prst="rect">
            <a:avLst/>
          </a:prstGeom>
          <a:solidFill>
            <a:schemeClr val="accent1"/>
          </a:solidFill>
          <a:ln w="9525">
            <a:solidFill>
              <a:srgbClr val="FF6600"/>
            </a:solidFill>
            <a:miter lim="800000"/>
            <a:headEnd/>
            <a:tailEnd/>
          </a:ln>
        </p:spPr>
        <p:txBody>
          <a:bodyPr wrap="none" anchor="ctr"/>
          <a:lstStyle/>
          <a:p>
            <a:pPr algn="ctr"/>
            <a:r>
              <a:rPr lang="en-US" sz="2000">
                <a:latin typeface="Calibri" panose="020F0502020204030204" pitchFamily="34" charset="0"/>
                <a:cs typeface="Calibri" panose="020F0502020204030204" pitchFamily="34" charset="0"/>
              </a:rPr>
              <a:t>Magnitude</a:t>
            </a:r>
          </a:p>
        </p:txBody>
      </p:sp>
      <p:sp>
        <p:nvSpPr>
          <p:cNvPr id="16391" name="Rectangle 17"/>
          <p:cNvSpPr>
            <a:spLocks noChangeArrowheads="1"/>
          </p:cNvSpPr>
          <p:nvPr/>
        </p:nvSpPr>
        <p:spPr bwMode="auto">
          <a:xfrm>
            <a:off x="685800" y="4495800"/>
            <a:ext cx="2667000" cy="609600"/>
          </a:xfrm>
          <a:prstGeom prst="rect">
            <a:avLst/>
          </a:prstGeom>
          <a:solidFill>
            <a:schemeClr val="accent1"/>
          </a:solidFill>
          <a:ln w="9525">
            <a:solidFill>
              <a:srgbClr val="FF6600"/>
            </a:solidFill>
            <a:miter lim="800000"/>
            <a:headEnd/>
            <a:tailEnd/>
          </a:ln>
        </p:spPr>
        <p:txBody>
          <a:bodyPr wrap="none" anchor="ctr"/>
          <a:lstStyle/>
          <a:p>
            <a:pPr algn="ctr"/>
            <a:r>
              <a:rPr lang="en-US" sz="2000">
                <a:latin typeface="Calibri" panose="020F0502020204030204" pitchFamily="34" charset="0"/>
                <a:cs typeface="Calibri" panose="020F0502020204030204" pitchFamily="34" charset="0"/>
              </a:rPr>
              <a:t>Making others laugh</a:t>
            </a:r>
          </a:p>
        </p:txBody>
      </p:sp>
      <p:sp>
        <p:nvSpPr>
          <p:cNvPr id="16392" name="Rectangle 18"/>
          <p:cNvSpPr>
            <a:spLocks noChangeArrowheads="1"/>
          </p:cNvSpPr>
          <p:nvPr/>
        </p:nvSpPr>
        <p:spPr bwMode="auto">
          <a:xfrm>
            <a:off x="685800" y="3505200"/>
            <a:ext cx="2667000" cy="609600"/>
          </a:xfrm>
          <a:prstGeom prst="rect">
            <a:avLst/>
          </a:prstGeom>
          <a:solidFill>
            <a:schemeClr val="accent1"/>
          </a:solidFill>
          <a:ln w="9525">
            <a:solidFill>
              <a:srgbClr val="FF6600"/>
            </a:solidFill>
            <a:miter lim="800000"/>
            <a:headEnd/>
            <a:tailEnd/>
          </a:ln>
        </p:spPr>
        <p:txBody>
          <a:bodyPr wrap="none" anchor="ctr"/>
          <a:lstStyle/>
          <a:p>
            <a:pPr algn="ctr"/>
            <a:r>
              <a:rPr lang="en-US" sz="2000">
                <a:latin typeface="Calibri" panose="020F0502020204030204" pitchFamily="34" charset="0"/>
                <a:cs typeface="Calibri" panose="020F0502020204030204" pitchFamily="34" charset="0"/>
              </a:rPr>
              <a:t>Self Laughing</a:t>
            </a:r>
          </a:p>
        </p:txBody>
      </p:sp>
      <p:sp>
        <p:nvSpPr>
          <p:cNvPr id="16393" name="Rectangle 19"/>
          <p:cNvSpPr>
            <a:spLocks noChangeArrowheads="1"/>
          </p:cNvSpPr>
          <p:nvPr/>
        </p:nvSpPr>
        <p:spPr bwMode="auto">
          <a:xfrm>
            <a:off x="5715000" y="2514600"/>
            <a:ext cx="2514600" cy="457200"/>
          </a:xfrm>
          <a:prstGeom prst="rect">
            <a:avLst/>
          </a:prstGeom>
          <a:solidFill>
            <a:schemeClr val="accent1"/>
          </a:solidFill>
          <a:ln w="9525">
            <a:solidFill>
              <a:srgbClr val="FF6600"/>
            </a:solidFill>
            <a:miter lim="800000"/>
            <a:headEnd/>
            <a:tailEnd/>
          </a:ln>
        </p:spPr>
        <p:txBody>
          <a:bodyPr wrap="none" anchor="ctr"/>
          <a:lstStyle/>
          <a:p>
            <a:pPr algn="ctr"/>
            <a:r>
              <a:rPr lang="en-US" sz="2000">
                <a:latin typeface="Calibri" panose="020F0502020204030204" pitchFamily="34" charset="0"/>
                <a:cs typeface="Calibri" panose="020F0502020204030204" pitchFamily="34" charset="0"/>
              </a:rPr>
              <a:t>Smile</a:t>
            </a:r>
          </a:p>
        </p:txBody>
      </p:sp>
      <p:sp>
        <p:nvSpPr>
          <p:cNvPr id="16394" name="Line 25"/>
          <p:cNvSpPr>
            <a:spLocks noChangeShapeType="1"/>
          </p:cNvSpPr>
          <p:nvPr/>
        </p:nvSpPr>
        <p:spPr bwMode="auto">
          <a:xfrm>
            <a:off x="3733800" y="2362200"/>
            <a:ext cx="0" cy="2514600"/>
          </a:xfrm>
          <a:prstGeom prst="line">
            <a:avLst/>
          </a:prstGeom>
          <a:noFill/>
          <a:ln w="9525">
            <a:solidFill>
              <a:srgbClr val="FF6600"/>
            </a:solidFill>
            <a:round/>
            <a:headEnd/>
            <a:tailEnd/>
          </a:ln>
        </p:spPr>
        <p:txBody>
          <a:bodyPr/>
          <a:lstStyle/>
          <a:p>
            <a:endParaRPr lang="en-US" sz="2000">
              <a:latin typeface="Calibri" panose="020F0502020204030204" pitchFamily="34" charset="0"/>
              <a:cs typeface="Calibri" panose="020F0502020204030204" pitchFamily="34" charset="0"/>
            </a:endParaRPr>
          </a:p>
        </p:txBody>
      </p:sp>
      <p:sp>
        <p:nvSpPr>
          <p:cNvPr id="16395" name="Line 26"/>
          <p:cNvSpPr>
            <a:spLocks noChangeShapeType="1"/>
          </p:cNvSpPr>
          <p:nvPr/>
        </p:nvSpPr>
        <p:spPr bwMode="auto">
          <a:xfrm flipH="1">
            <a:off x="3352800" y="4876800"/>
            <a:ext cx="381000" cy="0"/>
          </a:xfrm>
          <a:prstGeom prst="line">
            <a:avLst/>
          </a:prstGeom>
          <a:noFill/>
          <a:ln w="9525">
            <a:solidFill>
              <a:srgbClr val="FF6600"/>
            </a:solidFill>
            <a:round/>
            <a:headEnd/>
            <a:tailEnd/>
          </a:ln>
        </p:spPr>
        <p:txBody>
          <a:bodyPr/>
          <a:lstStyle/>
          <a:p>
            <a:endParaRPr lang="en-US" sz="2000">
              <a:latin typeface="Calibri" panose="020F0502020204030204" pitchFamily="34" charset="0"/>
              <a:cs typeface="Calibri" panose="020F0502020204030204" pitchFamily="34" charset="0"/>
            </a:endParaRPr>
          </a:p>
        </p:txBody>
      </p:sp>
      <p:sp>
        <p:nvSpPr>
          <p:cNvPr id="16396" name="Line 27"/>
          <p:cNvSpPr>
            <a:spLocks noChangeShapeType="1"/>
          </p:cNvSpPr>
          <p:nvPr/>
        </p:nvSpPr>
        <p:spPr bwMode="auto">
          <a:xfrm flipH="1">
            <a:off x="3352800" y="3810000"/>
            <a:ext cx="381000" cy="0"/>
          </a:xfrm>
          <a:prstGeom prst="line">
            <a:avLst/>
          </a:prstGeom>
          <a:noFill/>
          <a:ln w="9525">
            <a:solidFill>
              <a:srgbClr val="FF6600"/>
            </a:solidFill>
            <a:round/>
            <a:headEnd/>
            <a:tailEnd/>
          </a:ln>
        </p:spPr>
        <p:txBody>
          <a:bodyPr/>
          <a:lstStyle/>
          <a:p>
            <a:endParaRPr lang="en-US" sz="2000">
              <a:latin typeface="Calibri" panose="020F0502020204030204" pitchFamily="34" charset="0"/>
              <a:cs typeface="Calibri" panose="020F0502020204030204" pitchFamily="34" charset="0"/>
            </a:endParaRPr>
          </a:p>
        </p:txBody>
      </p:sp>
      <p:sp>
        <p:nvSpPr>
          <p:cNvPr id="16397" name="Rectangle 28"/>
          <p:cNvSpPr>
            <a:spLocks noChangeArrowheads="1"/>
          </p:cNvSpPr>
          <p:nvPr/>
        </p:nvSpPr>
        <p:spPr bwMode="auto">
          <a:xfrm>
            <a:off x="5715000" y="3124200"/>
            <a:ext cx="2514600" cy="457200"/>
          </a:xfrm>
          <a:prstGeom prst="rect">
            <a:avLst/>
          </a:prstGeom>
          <a:solidFill>
            <a:schemeClr val="accent1"/>
          </a:solidFill>
          <a:ln w="9525">
            <a:solidFill>
              <a:srgbClr val="FF6600"/>
            </a:solidFill>
            <a:miter lim="800000"/>
            <a:headEnd/>
            <a:tailEnd/>
          </a:ln>
        </p:spPr>
        <p:txBody>
          <a:bodyPr wrap="none" anchor="ctr"/>
          <a:lstStyle/>
          <a:p>
            <a:pPr algn="ctr"/>
            <a:endParaRPr lang="en-US" sz="2000">
              <a:latin typeface="Calibri" panose="020F0502020204030204" pitchFamily="34" charset="0"/>
              <a:cs typeface="Calibri" panose="020F0502020204030204" pitchFamily="34" charset="0"/>
            </a:endParaRPr>
          </a:p>
          <a:p>
            <a:pPr algn="ctr"/>
            <a:r>
              <a:rPr lang="en-US" sz="2000">
                <a:latin typeface="Calibri" panose="020F0502020204030204" pitchFamily="34" charset="0"/>
                <a:cs typeface="Calibri" panose="020F0502020204030204" pitchFamily="34" charset="0"/>
              </a:rPr>
              <a:t>Slight Laughter</a:t>
            </a:r>
          </a:p>
          <a:p>
            <a:pPr algn="ctr"/>
            <a:endParaRPr lang="en-US" sz="2000">
              <a:latin typeface="Calibri" panose="020F0502020204030204" pitchFamily="34" charset="0"/>
              <a:cs typeface="Calibri" panose="020F0502020204030204" pitchFamily="34" charset="0"/>
            </a:endParaRPr>
          </a:p>
        </p:txBody>
      </p:sp>
      <p:sp>
        <p:nvSpPr>
          <p:cNvPr id="16398" name="Rectangle 29"/>
          <p:cNvSpPr>
            <a:spLocks noChangeArrowheads="1"/>
          </p:cNvSpPr>
          <p:nvPr/>
        </p:nvSpPr>
        <p:spPr bwMode="auto">
          <a:xfrm>
            <a:off x="5715000" y="3810000"/>
            <a:ext cx="2514600" cy="457200"/>
          </a:xfrm>
          <a:prstGeom prst="rect">
            <a:avLst/>
          </a:prstGeom>
          <a:solidFill>
            <a:schemeClr val="accent1"/>
          </a:solidFill>
          <a:ln w="9525">
            <a:solidFill>
              <a:srgbClr val="FF6600"/>
            </a:solidFill>
            <a:miter lim="800000"/>
            <a:headEnd/>
            <a:tailEnd/>
          </a:ln>
        </p:spPr>
        <p:txBody>
          <a:bodyPr wrap="none" anchor="ctr"/>
          <a:lstStyle/>
          <a:p>
            <a:pPr algn="ctr"/>
            <a:r>
              <a:rPr lang="en-US" sz="2000">
                <a:latin typeface="Calibri" panose="020F0502020204030204" pitchFamily="34" charset="0"/>
                <a:cs typeface="Calibri" panose="020F0502020204030204" pitchFamily="34" charset="0"/>
              </a:rPr>
              <a:t>Open Laughter</a:t>
            </a:r>
          </a:p>
        </p:txBody>
      </p:sp>
      <p:sp>
        <p:nvSpPr>
          <p:cNvPr id="16399" name="Rectangle 30"/>
          <p:cNvSpPr>
            <a:spLocks noChangeArrowheads="1"/>
          </p:cNvSpPr>
          <p:nvPr/>
        </p:nvSpPr>
        <p:spPr bwMode="auto">
          <a:xfrm>
            <a:off x="5715000" y="4495800"/>
            <a:ext cx="2514600" cy="457200"/>
          </a:xfrm>
          <a:prstGeom prst="rect">
            <a:avLst/>
          </a:prstGeom>
          <a:solidFill>
            <a:schemeClr val="accent1"/>
          </a:solidFill>
          <a:ln w="9525">
            <a:solidFill>
              <a:srgbClr val="FF6600"/>
            </a:solidFill>
            <a:miter lim="800000"/>
            <a:headEnd/>
            <a:tailEnd/>
          </a:ln>
        </p:spPr>
        <p:txBody>
          <a:bodyPr wrap="none" anchor="ctr"/>
          <a:lstStyle/>
          <a:p>
            <a:pPr algn="ctr"/>
            <a:r>
              <a:rPr lang="en-US" sz="2000">
                <a:latin typeface="Calibri" panose="020F0502020204030204" pitchFamily="34" charset="0"/>
                <a:cs typeface="Calibri" panose="020F0502020204030204" pitchFamily="34" charset="0"/>
              </a:rPr>
              <a:t>Mocking Laughter</a:t>
            </a:r>
          </a:p>
        </p:txBody>
      </p:sp>
      <p:sp>
        <p:nvSpPr>
          <p:cNvPr id="16400" name="Rectangle 31"/>
          <p:cNvSpPr>
            <a:spLocks noChangeArrowheads="1"/>
          </p:cNvSpPr>
          <p:nvPr/>
        </p:nvSpPr>
        <p:spPr bwMode="auto">
          <a:xfrm>
            <a:off x="5715000" y="5181600"/>
            <a:ext cx="2514600" cy="457200"/>
          </a:xfrm>
          <a:prstGeom prst="rect">
            <a:avLst/>
          </a:prstGeom>
          <a:solidFill>
            <a:schemeClr val="accent1"/>
          </a:solidFill>
          <a:ln w="9525">
            <a:solidFill>
              <a:srgbClr val="FF6600"/>
            </a:solidFill>
            <a:miter lim="800000"/>
            <a:headEnd/>
            <a:tailEnd/>
          </a:ln>
        </p:spPr>
        <p:txBody>
          <a:bodyPr wrap="none" anchor="ctr"/>
          <a:lstStyle/>
          <a:p>
            <a:pPr algn="ctr"/>
            <a:r>
              <a:rPr lang="en-US" sz="2000">
                <a:latin typeface="Calibri" panose="020F0502020204030204" pitchFamily="34" charset="0"/>
                <a:cs typeface="Calibri" panose="020F0502020204030204" pitchFamily="34" charset="0"/>
              </a:rPr>
              <a:t>Loud Laughter</a:t>
            </a:r>
          </a:p>
        </p:txBody>
      </p:sp>
      <p:sp>
        <p:nvSpPr>
          <p:cNvPr id="16401" name="Rectangle 32"/>
          <p:cNvSpPr>
            <a:spLocks noChangeArrowheads="1"/>
          </p:cNvSpPr>
          <p:nvPr/>
        </p:nvSpPr>
        <p:spPr bwMode="auto">
          <a:xfrm>
            <a:off x="5715000" y="5791200"/>
            <a:ext cx="2514600" cy="457200"/>
          </a:xfrm>
          <a:prstGeom prst="rect">
            <a:avLst/>
          </a:prstGeom>
          <a:solidFill>
            <a:schemeClr val="accent1"/>
          </a:solidFill>
          <a:ln w="9525">
            <a:solidFill>
              <a:srgbClr val="FF6600"/>
            </a:solidFill>
            <a:miter lim="800000"/>
            <a:headEnd/>
            <a:tailEnd/>
          </a:ln>
        </p:spPr>
        <p:txBody>
          <a:bodyPr wrap="none" anchor="ctr"/>
          <a:lstStyle/>
          <a:p>
            <a:pPr algn="ctr"/>
            <a:r>
              <a:rPr lang="en-US" sz="2000">
                <a:latin typeface="Calibri" panose="020F0502020204030204" pitchFamily="34" charset="0"/>
                <a:cs typeface="Calibri" panose="020F0502020204030204" pitchFamily="34" charset="0"/>
              </a:rPr>
              <a:t>Excessive Laughter</a:t>
            </a:r>
          </a:p>
        </p:txBody>
      </p:sp>
      <p:sp>
        <p:nvSpPr>
          <p:cNvPr id="16402" name="Line 33"/>
          <p:cNvSpPr>
            <a:spLocks noChangeShapeType="1"/>
          </p:cNvSpPr>
          <p:nvPr/>
        </p:nvSpPr>
        <p:spPr bwMode="auto">
          <a:xfrm>
            <a:off x="4953000" y="2362200"/>
            <a:ext cx="0" cy="3733800"/>
          </a:xfrm>
          <a:prstGeom prst="line">
            <a:avLst/>
          </a:prstGeom>
          <a:noFill/>
          <a:ln w="9525">
            <a:solidFill>
              <a:srgbClr val="FF6600"/>
            </a:solidFill>
            <a:round/>
            <a:headEnd/>
            <a:tailEnd/>
          </a:ln>
        </p:spPr>
        <p:txBody>
          <a:bodyPr/>
          <a:lstStyle/>
          <a:p>
            <a:endParaRPr lang="en-US" sz="2000">
              <a:latin typeface="Calibri" panose="020F0502020204030204" pitchFamily="34" charset="0"/>
              <a:cs typeface="Calibri" panose="020F0502020204030204" pitchFamily="34" charset="0"/>
            </a:endParaRPr>
          </a:p>
        </p:txBody>
      </p:sp>
      <p:sp>
        <p:nvSpPr>
          <p:cNvPr id="16403" name="Line 34"/>
          <p:cNvSpPr>
            <a:spLocks noChangeShapeType="1"/>
          </p:cNvSpPr>
          <p:nvPr/>
        </p:nvSpPr>
        <p:spPr bwMode="auto">
          <a:xfrm>
            <a:off x="4953000" y="6096000"/>
            <a:ext cx="762000" cy="0"/>
          </a:xfrm>
          <a:prstGeom prst="line">
            <a:avLst/>
          </a:prstGeom>
          <a:noFill/>
          <a:ln w="9525">
            <a:solidFill>
              <a:srgbClr val="FF6600"/>
            </a:solidFill>
            <a:round/>
            <a:headEnd/>
            <a:tailEnd/>
          </a:ln>
        </p:spPr>
        <p:txBody>
          <a:bodyPr/>
          <a:lstStyle/>
          <a:p>
            <a:endParaRPr lang="en-US" sz="2000">
              <a:latin typeface="Calibri" panose="020F0502020204030204" pitchFamily="34" charset="0"/>
              <a:cs typeface="Calibri" panose="020F0502020204030204" pitchFamily="34" charset="0"/>
            </a:endParaRPr>
          </a:p>
        </p:txBody>
      </p:sp>
      <p:sp>
        <p:nvSpPr>
          <p:cNvPr id="16404" name="Line 35"/>
          <p:cNvSpPr>
            <a:spLocks noChangeShapeType="1"/>
          </p:cNvSpPr>
          <p:nvPr/>
        </p:nvSpPr>
        <p:spPr bwMode="auto">
          <a:xfrm>
            <a:off x="4953000" y="5410200"/>
            <a:ext cx="762000" cy="0"/>
          </a:xfrm>
          <a:prstGeom prst="line">
            <a:avLst/>
          </a:prstGeom>
          <a:noFill/>
          <a:ln w="9525">
            <a:solidFill>
              <a:srgbClr val="FF6600"/>
            </a:solidFill>
            <a:round/>
            <a:headEnd/>
            <a:tailEnd/>
          </a:ln>
        </p:spPr>
        <p:txBody>
          <a:bodyPr/>
          <a:lstStyle/>
          <a:p>
            <a:endParaRPr lang="en-US" sz="2000">
              <a:latin typeface="Calibri" panose="020F0502020204030204" pitchFamily="34" charset="0"/>
              <a:cs typeface="Calibri" panose="020F0502020204030204" pitchFamily="34" charset="0"/>
            </a:endParaRPr>
          </a:p>
        </p:txBody>
      </p:sp>
      <p:sp>
        <p:nvSpPr>
          <p:cNvPr id="16405" name="Line 36"/>
          <p:cNvSpPr>
            <a:spLocks noChangeShapeType="1"/>
          </p:cNvSpPr>
          <p:nvPr/>
        </p:nvSpPr>
        <p:spPr bwMode="auto">
          <a:xfrm>
            <a:off x="4953000" y="4724400"/>
            <a:ext cx="762000" cy="0"/>
          </a:xfrm>
          <a:prstGeom prst="line">
            <a:avLst/>
          </a:prstGeom>
          <a:noFill/>
          <a:ln w="9525">
            <a:solidFill>
              <a:srgbClr val="FF6600"/>
            </a:solidFill>
            <a:round/>
            <a:headEnd/>
            <a:tailEnd/>
          </a:ln>
        </p:spPr>
        <p:txBody>
          <a:bodyPr/>
          <a:lstStyle/>
          <a:p>
            <a:endParaRPr lang="en-US" sz="2000">
              <a:latin typeface="Calibri" panose="020F0502020204030204" pitchFamily="34" charset="0"/>
              <a:cs typeface="Calibri" panose="020F0502020204030204" pitchFamily="34" charset="0"/>
            </a:endParaRPr>
          </a:p>
        </p:txBody>
      </p:sp>
      <p:sp>
        <p:nvSpPr>
          <p:cNvPr id="16406" name="Line 37"/>
          <p:cNvSpPr>
            <a:spLocks noChangeShapeType="1"/>
          </p:cNvSpPr>
          <p:nvPr/>
        </p:nvSpPr>
        <p:spPr bwMode="auto">
          <a:xfrm>
            <a:off x="4953000" y="4038600"/>
            <a:ext cx="762000" cy="0"/>
          </a:xfrm>
          <a:prstGeom prst="line">
            <a:avLst/>
          </a:prstGeom>
          <a:noFill/>
          <a:ln w="9525">
            <a:solidFill>
              <a:srgbClr val="FF6600"/>
            </a:solidFill>
            <a:round/>
            <a:headEnd/>
            <a:tailEnd/>
          </a:ln>
        </p:spPr>
        <p:txBody>
          <a:bodyPr/>
          <a:lstStyle/>
          <a:p>
            <a:endParaRPr lang="en-US" sz="2000">
              <a:latin typeface="Calibri" panose="020F0502020204030204" pitchFamily="34" charset="0"/>
              <a:cs typeface="Calibri" panose="020F0502020204030204" pitchFamily="34" charset="0"/>
            </a:endParaRPr>
          </a:p>
        </p:txBody>
      </p:sp>
      <p:sp>
        <p:nvSpPr>
          <p:cNvPr id="16407" name="Line 38"/>
          <p:cNvSpPr>
            <a:spLocks noChangeShapeType="1"/>
          </p:cNvSpPr>
          <p:nvPr/>
        </p:nvSpPr>
        <p:spPr bwMode="auto">
          <a:xfrm>
            <a:off x="4953000" y="3352800"/>
            <a:ext cx="762000" cy="0"/>
          </a:xfrm>
          <a:prstGeom prst="line">
            <a:avLst/>
          </a:prstGeom>
          <a:noFill/>
          <a:ln w="9525">
            <a:solidFill>
              <a:srgbClr val="FF6600"/>
            </a:solidFill>
            <a:round/>
            <a:headEnd/>
            <a:tailEnd/>
          </a:ln>
        </p:spPr>
        <p:txBody>
          <a:bodyPr/>
          <a:lstStyle/>
          <a:p>
            <a:endParaRPr lang="en-US" sz="2000">
              <a:latin typeface="Calibri" panose="020F0502020204030204" pitchFamily="34" charset="0"/>
              <a:cs typeface="Calibri" panose="020F0502020204030204" pitchFamily="34" charset="0"/>
            </a:endParaRPr>
          </a:p>
        </p:txBody>
      </p:sp>
      <p:sp>
        <p:nvSpPr>
          <p:cNvPr id="16408" name="Line 39"/>
          <p:cNvSpPr>
            <a:spLocks noChangeShapeType="1"/>
          </p:cNvSpPr>
          <p:nvPr/>
        </p:nvSpPr>
        <p:spPr bwMode="auto">
          <a:xfrm>
            <a:off x="5715000" y="6851650"/>
            <a:ext cx="762000" cy="0"/>
          </a:xfrm>
          <a:prstGeom prst="line">
            <a:avLst/>
          </a:prstGeom>
          <a:noFill/>
          <a:ln w="9525">
            <a:solidFill>
              <a:schemeClr val="tx1"/>
            </a:solidFill>
            <a:round/>
            <a:headEnd/>
            <a:tailEnd/>
          </a:ln>
        </p:spPr>
        <p:txBody>
          <a:bodyPr/>
          <a:lstStyle/>
          <a:p>
            <a:endParaRPr lang="en-US"/>
          </a:p>
        </p:txBody>
      </p:sp>
      <p:sp>
        <p:nvSpPr>
          <p:cNvPr id="16409" name="Line 40"/>
          <p:cNvSpPr>
            <a:spLocks noChangeShapeType="1"/>
          </p:cNvSpPr>
          <p:nvPr/>
        </p:nvSpPr>
        <p:spPr bwMode="auto">
          <a:xfrm>
            <a:off x="4953000" y="2743200"/>
            <a:ext cx="762000" cy="0"/>
          </a:xfrm>
          <a:prstGeom prst="line">
            <a:avLst/>
          </a:prstGeom>
          <a:noFill/>
          <a:ln w="9525">
            <a:solidFill>
              <a:srgbClr val="FF6600"/>
            </a:solidFill>
            <a:round/>
            <a:headEnd/>
            <a:tailEnd/>
          </a:ln>
        </p:spPr>
        <p:txBody>
          <a:bodyPr/>
          <a:lstStyle/>
          <a:p>
            <a:endParaRPr lang="en-US" sz="2000">
              <a:latin typeface="Calibri" panose="020F0502020204030204" pitchFamily="34" charset="0"/>
              <a:cs typeface="Calibri" panose="020F0502020204030204" pitchFamily="34" charset="0"/>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3" name="Rectangle 2"/>
          <p:cNvSpPr>
            <a:spLocks noGrp="1" noChangeArrowheads="1"/>
          </p:cNvSpPr>
          <p:nvPr>
            <p:ph type="title"/>
          </p:nvPr>
        </p:nvSpPr>
        <p:spPr/>
        <p:txBody>
          <a:bodyPr>
            <a:normAutofit/>
          </a:bodyPr>
          <a:lstStyle/>
          <a:p>
            <a:pPr eaLnBrk="1" hangingPunct="1"/>
            <a:r>
              <a:rPr lang="en-US" dirty="0"/>
              <a:t>Acting it Out (Characteristic of the noble)</a:t>
            </a:r>
          </a:p>
        </p:txBody>
      </p:sp>
      <p:sp>
        <p:nvSpPr>
          <p:cNvPr id="17414" name="Rectangle 3"/>
          <p:cNvSpPr>
            <a:spLocks noGrp="1" noChangeArrowheads="1"/>
          </p:cNvSpPr>
          <p:nvPr>
            <p:ph idx="1"/>
          </p:nvPr>
        </p:nvSpPr>
        <p:spPr>
          <a:xfrm>
            <a:off x="685800" y="990600"/>
            <a:ext cx="7848600" cy="4343400"/>
          </a:xfrm>
        </p:spPr>
        <p:txBody>
          <a:bodyPr>
            <a:normAutofit/>
          </a:bodyPr>
          <a:lstStyle/>
          <a:p>
            <a:pPr eaLnBrk="1" hangingPunct="1"/>
            <a:r>
              <a:rPr lang="en-US" dirty="0"/>
              <a:t>Smile</a:t>
            </a:r>
          </a:p>
          <a:p>
            <a:pPr lvl="1" eaLnBrk="1" hangingPunct="1"/>
            <a:r>
              <a:rPr lang="en-US" dirty="0"/>
              <a:t>Cheeks are only little expanded</a:t>
            </a:r>
          </a:p>
          <a:p>
            <a:pPr lvl="1" eaLnBrk="1" hangingPunct="1"/>
            <a:r>
              <a:rPr lang="en-US" dirty="0"/>
              <a:t>Glance is elegantly suggestive</a:t>
            </a:r>
          </a:p>
          <a:p>
            <a:pPr lvl="1" eaLnBrk="1" hangingPunct="1"/>
            <a:r>
              <a:rPr lang="en-US" dirty="0"/>
              <a:t>Teeth not visible</a:t>
            </a:r>
          </a:p>
          <a:p>
            <a:pPr lvl="1" eaLnBrk="1" hangingPunct="1"/>
            <a:r>
              <a:rPr lang="en-US" dirty="0"/>
              <a:t>Smile is restrained</a:t>
            </a:r>
          </a:p>
          <a:p>
            <a:pPr eaLnBrk="1" hangingPunct="1"/>
            <a:endParaRPr lang="en-US" dirty="0"/>
          </a:p>
          <a:p>
            <a:pPr eaLnBrk="1" hangingPunct="1"/>
            <a:r>
              <a:rPr lang="en-US" dirty="0"/>
              <a:t>Slight Laughter</a:t>
            </a:r>
          </a:p>
          <a:p>
            <a:pPr lvl="1" eaLnBrk="1" hangingPunct="1"/>
            <a:r>
              <a:rPr lang="en-US" dirty="0"/>
              <a:t>Eyes begin to dilate</a:t>
            </a:r>
          </a:p>
          <a:p>
            <a:pPr lvl="1" eaLnBrk="1" hangingPunct="1"/>
            <a:r>
              <a:rPr lang="en-US" dirty="0"/>
              <a:t>Cheeks puffed out</a:t>
            </a:r>
          </a:p>
          <a:p>
            <a:pPr lvl="1" eaLnBrk="1" hangingPunct="1"/>
            <a:r>
              <a:rPr lang="en-US" dirty="0"/>
              <a:t>Mouth slightly open</a:t>
            </a:r>
          </a:p>
          <a:p>
            <a:pPr lvl="1" eaLnBrk="1" hangingPunct="1"/>
            <a:r>
              <a:rPr lang="en-US" dirty="0"/>
              <a:t>Teeth Partially visible</a:t>
            </a:r>
          </a:p>
          <a:p>
            <a:pPr lvl="1" eaLnBrk="1" hangingPunct="1"/>
            <a:endParaRPr lang="en-US" dirty="0"/>
          </a:p>
        </p:txBody>
      </p:sp>
      <p:sp>
        <p:nvSpPr>
          <p:cNvPr id="4" name="Date Placeholder 3"/>
          <p:cNvSpPr>
            <a:spLocks noGrp="1"/>
          </p:cNvSpPr>
          <p:nvPr>
            <p:ph type="dt" sz="half" idx="10"/>
          </p:nvPr>
        </p:nvSpPr>
        <p:spPr/>
        <p:txBody>
          <a:bodyPr/>
          <a:lstStyle/>
          <a:p>
            <a:pPr>
              <a:defRPr/>
            </a:pPr>
            <a:fld id="{62F16495-4D2F-48FE-A3D7-3C37B511BAF3}" type="datetime4">
              <a:rPr lang="en-US"/>
              <a:pPr>
                <a:defRPr/>
              </a:pPr>
              <a:t>May 24, 2023</a:t>
            </a:fld>
            <a:endParaRPr lang="en-US"/>
          </a:p>
        </p:txBody>
      </p:sp>
      <p:sp>
        <p:nvSpPr>
          <p:cNvPr id="6" name="Slide Number Placeholder 5"/>
          <p:cNvSpPr>
            <a:spLocks noGrp="1"/>
          </p:cNvSpPr>
          <p:nvPr>
            <p:ph type="sldNum" sz="quarter" idx="12"/>
          </p:nvPr>
        </p:nvSpPr>
        <p:spPr/>
        <p:txBody>
          <a:bodyPr>
            <a:normAutofit/>
          </a:bodyPr>
          <a:lstStyle/>
          <a:p>
            <a:pPr>
              <a:defRPr/>
            </a:pPr>
            <a:fld id="{9FFCC2F0-3EBD-4127-A686-451505A58700}" type="slidenum">
              <a:rPr lang="en-US"/>
              <a:pPr>
                <a:defRPr/>
              </a:pPr>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7" name="Rectangle 2"/>
          <p:cNvSpPr>
            <a:spLocks noGrp="1" noChangeArrowheads="1"/>
          </p:cNvSpPr>
          <p:nvPr>
            <p:ph type="title"/>
          </p:nvPr>
        </p:nvSpPr>
        <p:spPr>
          <a:xfrm>
            <a:off x="663574" y="76200"/>
            <a:ext cx="8175626" cy="609600"/>
          </a:xfrm>
        </p:spPr>
        <p:txBody>
          <a:bodyPr>
            <a:noAutofit/>
          </a:bodyPr>
          <a:lstStyle/>
          <a:p>
            <a:pPr eaLnBrk="1" hangingPunct="1"/>
            <a:r>
              <a:rPr lang="en-US" dirty="0"/>
              <a:t>Acting it Out (Characteristic of the common)</a:t>
            </a:r>
          </a:p>
        </p:txBody>
      </p:sp>
      <p:sp>
        <p:nvSpPr>
          <p:cNvPr id="18438" name="Rectangle 3"/>
          <p:cNvSpPr>
            <a:spLocks noGrp="1" noChangeArrowheads="1"/>
          </p:cNvSpPr>
          <p:nvPr>
            <p:ph idx="1"/>
          </p:nvPr>
        </p:nvSpPr>
        <p:spPr>
          <a:xfrm>
            <a:off x="685800" y="1066800"/>
            <a:ext cx="7772400" cy="4114800"/>
          </a:xfrm>
        </p:spPr>
        <p:txBody>
          <a:bodyPr/>
          <a:lstStyle/>
          <a:p>
            <a:pPr eaLnBrk="1" hangingPunct="1">
              <a:lnSpc>
                <a:spcPct val="90000"/>
              </a:lnSpc>
            </a:pPr>
            <a:r>
              <a:rPr lang="en-US" dirty="0"/>
              <a:t>Open Laughter</a:t>
            </a:r>
          </a:p>
          <a:p>
            <a:pPr lvl="1" eaLnBrk="1" hangingPunct="1">
              <a:lnSpc>
                <a:spcPct val="90000"/>
              </a:lnSpc>
            </a:pPr>
            <a:r>
              <a:rPr lang="en-US" dirty="0"/>
              <a:t>Eyes slightly contracted</a:t>
            </a:r>
          </a:p>
          <a:p>
            <a:pPr lvl="1" eaLnBrk="1" hangingPunct="1">
              <a:lnSpc>
                <a:spcPct val="90000"/>
              </a:lnSpc>
            </a:pPr>
            <a:r>
              <a:rPr lang="en-US" dirty="0"/>
              <a:t>Cheeks fully distended</a:t>
            </a:r>
          </a:p>
          <a:p>
            <a:pPr lvl="1" eaLnBrk="1" hangingPunct="1">
              <a:lnSpc>
                <a:spcPct val="90000"/>
              </a:lnSpc>
            </a:pPr>
            <a:r>
              <a:rPr lang="en-US" dirty="0"/>
              <a:t>Sound is soft</a:t>
            </a:r>
          </a:p>
          <a:p>
            <a:pPr lvl="1" eaLnBrk="1" hangingPunct="1">
              <a:lnSpc>
                <a:spcPct val="90000"/>
              </a:lnSpc>
            </a:pPr>
            <a:r>
              <a:rPr lang="en-US" dirty="0"/>
              <a:t>Face is colored</a:t>
            </a:r>
          </a:p>
          <a:p>
            <a:pPr eaLnBrk="1" hangingPunct="1">
              <a:lnSpc>
                <a:spcPct val="90000"/>
              </a:lnSpc>
            </a:pPr>
            <a:endParaRPr lang="en-US" dirty="0"/>
          </a:p>
          <a:p>
            <a:pPr eaLnBrk="1" hangingPunct="1">
              <a:lnSpc>
                <a:spcPct val="90000"/>
              </a:lnSpc>
            </a:pPr>
            <a:r>
              <a:rPr lang="en-US" dirty="0"/>
              <a:t>Mocking Laughter</a:t>
            </a:r>
          </a:p>
          <a:p>
            <a:pPr lvl="1" eaLnBrk="1" hangingPunct="1">
              <a:lnSpc>
                <a:spcPct val="90000"/>
              </a:lnSpc>
            </a:pPr>
            <a:r>
              <a:rPr lang="en-US" dirty="0"/>
              <a:t>Nostrils are distended</a:t>
            </a:r>
          </a:p>
          <a:p>
            <a:pPr lvl="1" eaLnBrk="1" hangingPunct="1">
              <a:lnSpc>
                <a:spcPct val="90000"/>
              </a:lnSpc>
            </a:pPr>
            <a:r>
              <a:rPr lang="en-US" dirty="0"/>
              <a:t>Eyes squint</a:t>
            </a:r>
          </a:p>
          <a:p>
            <a:pPr lvl="1" eaLnBrk="1" hangingPunct="1">
              <a:lnSpc>
                <a:spcPct val="90000"/>
              </a:lnSpc>
            </a:pPr>
            <a:r>
              <a:rPr lang="en-US" dirty="0"/>
              <a:t>Shoulders bend</a:t>
            </a:r>
          </a:p>
          <a:p>
            <a:pPr lvl="1" eaLnBrk="1" hangingPunct="1">
              <a:lnSpc>
                <a:spcPct val="90000"/>
              </a:lnSpc>
            </a:pPr>
            <a:r>
              <a:rPr lang="en-US" dirty="0"/>
              <a:t>Head bend</a:t>
            </a:r>
          </a:p>
        </p:txBody>
      </p:sp>
      <p:sp>
        <p:nvSpPr>
          <p:cNvPr id="4" name="Date Placeholder 3"/>
          <p:cNvSpPr>
            <a:spLocks noGrp="1"/>
          </p:cNvSpPr>
          <p:nvPr>
            <p:ph type="dt" sz="half" idx="10"/>
          </p:nvPr>
        </p:nvSpPr>
        <p:spPr/>
        <p:txBody>
          <a:bodyPr/>
          <a:lstStyle/>
          <a:p>
            <a:pPr>
              <a:defRPr/>
            </a:pPr>
            <a:fld id="{B0587752-9A1B-4AD3-83F4-011CDB659EB8}" type="datetime4">
              <a:rPr lang="en-US"/>
              <a:pPr>
                <a:defRPr/>
              </a:pPr>
              <a:t>May 24, 2023</a:t>
            </a:fld>
            <a:endParaRPr lang="en-US"/>
          </a:p>
        </p:txBody>
      </p:sp>
      <p:sp>
        <p:nvSpPr>
          <p:cNvPr id="6" name="Slide Number Placeholder 5"/>
          <p:cNvSpPr>
            <a:spLocks noGrp="1"/>
          </p:cNvSpPr>
          <p:nvPr>
            <p:ph type="sldNum" sz="quarter" idx="12"/>
          </p:nvPr>
        </p:nvSpPr>
        <p:spPr/>
        <p:txBody>
          <a:bodyPr>
            <a:normAutofit/>
          </a:bodyPr>
          <a:lstStyle/>
          <a:p>
            <a:pPr>
              <a:defRPr/>
            </a:pPr>
            <a:fld id="{5F389D8E-A545-4028-A892-BF084F070E3C}" type="slidenum">
              <a:rPr lang="en-US"/>
              <a:pPr>
                <a:defRPr/>
              </a:pPr>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61" name="Rectangle 2"/>
          <p:cNvSpPr>
            <a:spLocks noGrp="1" noChangeArrowheads="1"/>
          </p:cNvSpPr>
          <p:nvPr>
            <p:ph type="title"/>
          </p:nvPr>
        </p:nvSpPr>
        <p:spPr/>
        <p:txBody>
          <a:bodyPr>
            <a:normAutofit/>
          </a:bodyPr>
          <a:lstStyle/>
          <a:p>
            <a:pPr eaLnBrk="1" hangingPunct="1"/>
            <a:r>
              <a:rPr lang="en-US" dirty="0"/>
              <a:t>Acting it Out (Characteristic of the low)</a:t>
            </a:r>
          </a:p>
        </p:txBody>
      </p:sp>
      <p:sp>
        <p:nvSpPr>
          <p:cNvPr id="19462" name="Rectangle 3"/>
          <p:cNvSpPr>
            <a:spLocks noGrp="1" noChangeArrowheads="1"/>
          </p:cNvSpPr>
          <p:nvPr>
            <p:ph idx="1"/>
          </p:nvPr>
        </p:nvSpPr>
        <p:spPr/>
        <p:txBody>
          <a:bodyPr/>
          <a:lstStyle/>
          <a:p>
            <a:pPr eaLnBrk="1" hangingPunct="1"/>
            <a:r>
              <a:rPr lang="en-US" dirty="0"/>
              <a:t>Loud Laughter</a:t>
            </a:r>
          </a:p>
          <a:p>
            <a:pPr lvl="1" eaLnBrk="1" hangingPunct="1"/>
            <a:r>
              <a:rPr lang="en-US" dirty="0"/>
              <a:t>Laughs out of place</a:t>
            </a:r>
          </a:p>
          <a:p>
            <a:pPr lvl="1" eaLnBrk="1" hangingPunct="1"/>
            <a:r>
              <a:rPr lang="en-US" dirty="0"/>
              <a:t>Tears in ones eyes</a:t>
            </a:r>
          </a:p>
          <a:p>
            <a:pPr lvl="1" eaLnBrk="1" hangingPunct="1"/>
            <a:r>
              <a:rPr lang="en-US" dirty="0"/>
              <a:t>Shoulders and head shaking</a:t>
            </a:r>
          </a:p>
          <a:p>
            <a:pPr eaLnBrk="1" hangingPunct="1"/>
            <a:endParaRPr lang="en-US" dirty="0"/>
          </a:p>
          <a:p>
            <a:pPr eaLnBrk="1" hangingPunct="1"/>
            <a:r>
              <a:rPr lang="en-US" dirty="0"/>
              <a:t>Excessive Laughter</a:t>
            </a:r>
          </a:p>
          <a:p>
            <a:pPr lvl="1" eaLnBrk="1" hangingPunct="1"/>
            <a:r>
              <a:rPr lang="en-US" dirty="0"/>
              <a:t>Eyes are swollen and full of tears</a:t>
            </a:r>
          </a:p>
          <a:p>
            <a:pPr lvl="1" eaLnBrk="1" hangingPunct="1"/>
            <a:r>
              <a:rPr lang="en-US" dirty="0"/>
              <a:t>Loud and violet cries</a:t>
            </a:r>
          </a:p>
          <a:p>
            <a:pPr lvl="1" eaLnBrk="1" hangingPunct="1"/>
            <a:r>
              <a:rPr lang="en-US" dirty="0"/>
              <a:t>Holding sides with hands</a:t>
            </a:r>
          </a:p>
          <a:p>
            <a:pPr lvl="1" eaLnBrk="1" hangingPunct="1"/>
            <a:endParaRPr lang="en-US" dirty="0"/>
          </a:p>
          <a:p>
            <a:pPr eaLnBrk="1" hangingPunct="1"/>
            <a:endParaRPr lang="en-US" dirty="0"/>
          </a:p>
        </p:txBody>
      </p:sp>
      <p:sp>
        <p:nvSpPr>
          <p:cNvPr id="4" name="Date Placeholder 3"/>
          <p:cNvSpPr>
            <a:spLocks noGrp="1"/>
          </p:cNvSpPr>
          <p:nvPr>
            <p:ph type="dt" sz="half" idx="10"/>
          </p:nvPr>
        </p:nvSpPr>
        <p:spPr/>
        <p:txBody>
          <a:bodyPr/>
          <a:lstStyle/>
          <a:p>
            <a:pPr>
              <a:defRPr/>
            </a:pPr>
            <a:fld id="{73CAE8EE-315D-4FF4-8514-5A6828468914}" type="datetime4">
              <a:rPr lang="en-US"/>
              <a:pPr>
                <a:defRPr/>
              </a:pPr>
              <a:t>May 24, 2023</a:t>
            </a:fld>
            <a:endParaRPr lang="en-US"/>
          </a:p>
        </p:txBody>
      </p:sp>
      <p:sp>
        <p:nvSpPr>
          <p:cNvPr id="6" name="Slide Number Placeholder 5"/>
          <p:cNvSpPr>
            <a:spLocks noGrp="1"/>
          </p:cNvSpPr>
          <p:nvPr>
            <p:ph type="sldNum" sz="quarter" idx="12"/>
          </p:nvPr>
        </p:nvSpPr>
        <p:spPr/>
        <p:txBody>
          <a:bodyPr>
            <a:normAutofit/>
          </a:bodyPr>
          <a:lstStyle/>
          <a:p>
            <a:pPr>
              <a:defRPr/>
            </a:pPr>
            <a:fld id="{D32C4936-E238-415F-95AE-92FABD3D93D9}" type="slidenum">
              <a:rPr lang="en-US"/>
              <a:pPr>
                <a:defRPr/>
              </a:pPr>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5" name="Rectangle 2"/>
          <p:cNvSpPr>
            <a:spLocks noGrp="1" noChangeArrowheads="1"/>
          </p:cNvSpPr>
          <p:nvPr>
            <p:ph type="title"/>
          </p:nvPr>
        </p:nvSpPr>
        <p:spPr/>
        <p:txBody>
          <a:bodyPr/>
          <a:lstStyle/>
          <a:p>
            <a:pPr eaLnBrk="1" hangingPunct="1"/>
            <a:r>
              <a:rPr lang="en-US"/>
              <a:t>Karuna Rasa</a:t>
            </a:r>
          </a:p>
        </p:txBody>
      </p:sp>
      <p:sp>
        <p:nvSpPr>
          <p:cNvPr id="20486" name="Rectangle 3"/>
          <p:cNvSpPr>
            <a:spLocks noGrp="1" noChangeArrowheads="1"/>
          </p:cNvSpPr>
          <p:nvPr>
            <p:ph idx="1"/>
          </p:nvPr>
        </p:nvSpPr>
        <p:spPr>
          <a:xfrm>
            <a:off x="685800" y="1066800"/>
            <a:ext cx="7848600" cy="4724400"/>
          </a:xfrm>
        </p:spPr>
        <p:txBody>
          <a:bodyPr/>
          <a:lstStyle/>
          <a:p>
            <a:pPr eaLnBrk="1" hangingPunct="1">
              <a:lnSpc>
                <a:spcPct val="90000"/>
              </a:lnSpc>
            </a:pPr>
            <a:r>
              <a:rPr lang="en-US" sz="2000" dirty="0"/>
              <a:t>The permanent emotion is Sorrow</a:t>
            </a:r>
          </a:p>
          <a:p>
            <a:pPr eaLnBrk="1" hangingPunct="1">
              <a:lnSpc>
                <a:spcPct val="90000"/>
              </a:lnSpc>
            </a:pPr>
            <a:endParaRPr lang="en-US" sz="2000" dirty="0"/>
          </a:p>
          <a:p>
            <a:pPr eaLnBrk="1" hangingPunct="1">
              <a:lnSpc>
                <a:spcPct val="90000"/>
              </a:lnSpc>
            </a:pPr>
            <a:r>
              <a:rPr lang="en-US" sz="2000" dirty="0"/>
              <a:t>The </a:t>
            </a:r>
            <a:r>
              <a:rPr lang="en-US" sz="2000" dirty="0" err="1"/>
              <a:t>vibhavas</a:t>
            </a:r>
            <a:r>
              <a:rPr lang="en-US" sz="2000" dirty="0"/>
              <a:t> that give rise to </a:t>
            </a:r>
            <a:r>
              <a:rPr lang="en-US" sz="2000" dirty="0" err="1"/>
              <a:t>karuna</a:t>
            </a:r>
            <a:r>
              <a:rPr lang="en-US" sz="2000" dirty="0"/>
              <a:t> are:</a:t>
            </a:r>
          </a:p>
          <a:p>
            <a:pPr lvl="1" eaLnBrk="1" hangingPunct="1">
              <a:lnSpc>
                <a:spcPct val="90000"/>
              </a:lnSpc>
            </a:pPr>
            <a:r>
              <a:rPr lang="en-US" sz="1800" dirty="0"/>
              <a:t>Curse, separation from dear ones, downfall, loss of wealth, death or imprisonment, misfortune, destruction, calamity</a:t>
            </a:r>
          </a:p>
          <a:p>
            <a:pPr lvl="1" eaLnBrk="1" hangingPunct="1">
              <a:lnSpc>
                <a:spcPct val="90000"/>
              </a:lnSpc>
            </a:pPr>
            <a:endParaRPr lang="en-US" sz="1800" dirty="0"/>
          </a:p>
          <a:p>
            <a:pPr eaLnBrk="1" hangingPunct="1">
              <a:lnSpc>
                <a:spcPct val="90000"/>
              </a:lnSpc>
            </a:pPr>
            <a:r>
              <a:rPr lang="en-US" sz="2000" dirty="0"/>
              <a:t>The accompanying transitory states are:  world weariness, physical weariness, physical weariness, worry, longing, panic, mental aberration, confusion, fear, dejection, depression, sickness, lifelessness, insanity, apoplexy, fright, laziness, death, paralysis, trembling, change of color, change of voice etc.</a:t>
            </a:r>
          </a:p>
        </p:txBody>
      </p:sp>
      <p:sp>
        <p:nvSpPr>
          <p:cNvPr id="4" name="Date Placeholder 3"/>
          <p:cNvSpPr>
            <a:spLocks noGrp="1"/>
          </p:cNvSpPr>
          <p:nvPr>
            <p:ph type="dt" sz="half" idx="10"/>
          </p:nvPr>
        </p:nvSpPr>
        <p:spPr/>
        <p:txBody>
          <a:bodyPr/>
          <a:lstStyle/>
          <a:p>
            <a:pPr>
              <a:defRPr/>
            </a:pPr>
            <a:fld id="{F165AB57-44FF-4715-8015-D9A045818DEF}" type="datetime4">
              <a:rPr lang="en-US"/>
              <a:pPr>
                <a:defRPr/>
              </a:pPr>
              <a:t>May 24, 2023</a:t>
            </a:fld>
            <a:endParaRPr lang="en-US"/>
          </a:p>
        </p:txBody>
      </p:sp>
      <p:sp>
        <p:nvSpPr>
          <p:cNvPr id="6" name="Slide Number Placeholder 5"/>
          <p:cNvSpPr>
            <a:spLocks noGrp="1"/>
          </p:cNvSpPr>
          <p:nvPr>
            <p:ph type="sldNum" sz="quarter" idx="12"/>
          </p:nvPr>
        </p:nvSpPr>
        <p:spPr/>
        <p:txBody>
          <a:bodyPr>
            <a:normAutofit/>
          </a:bodyPr>
          <a:lstStyle/>
          <a:p>
            <a:pPr>
              <a:defRPr/>
            </a:pPr>
            <a:fld id="{BB37A752-12D7-42C0-B2C1-1C93E8A74773}" type="slidenum">
              <a:rPr lang="en-US"/>
              <a:pPr>
                <a:defRPr/>
              </a:pPr>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9" name="Rectangle 2"/>
          <p:cNvSpPr>
            <a:spLocks noGrp="1" noChangeArrowheads="1"/>
          </p:cNvSpPr>
          <p:nvPr>
            <p:ph type="title"/>
          </p:nvPr>
        </p:nvSpPr>
        <p:spPr/>
        <p:txBody>
          <a:bodyPr>
            <a:normAutofit/>
          </a:bodyPr>
          <a:lstStyle/>
          <a:p>
            <a:pPr eaLnBrk="1" hangingPunct="1"/>
            <a:r>
              <a:rPr lang="en-US" dirty="0"/>
              <a:t>Acting it Out (</a:t>
            </a:r>
            <a:r>
              <a:rPr lang="en-US" dirty="0" err="1"/>
              <a:t>Karuna</a:t>
            </a:r>
            <a:r>
              <a:rPr lang="en-US" dirty="0"/>
              <a:t> Rasa)</a:t>
            </a:r>
          </a:p>
        </p:txBody>
      </p:sp>
      <p:sp>
        <p:nvSpPr>
          <p:cNvPr id="21510" name="Rectangle 3"/>
          <p:cNvSpPr>
            <a:spLocks noGrp="1" noChangeArrowheads="1"/>
          </p:cNvSpPr>
          <p:nvPr>
            <p:ph idx="1"/>
          </p:nvPr>
        </p:nvSpPr>
        <p:spPr/>
        <p:txBody>
          <a:bodyPr/>
          <a:lstStyle/>
          <a:p>
            <a:pPr eaLnBrk="1" hangingPunct="1">
              <a:lnSpc>
                <a:spcPct val="150000"/>
              </a:lnSpc>
            </a:pPr>
            <a:r>
              <a:rPr lang="en-US"/>
              <a:t>Sheding</a:t>
            </a:r>
            <a:r>
              <a:rPr lang="en-US" dirty="0"/>
              <a:t> Tears/sobbing</a:t>
            </a:r>
          </a:p>
          <a:p>
            <a:pPr eaLnBrk="1" hangingPunct="1">
              <a:lnSpc>
                <a:spcPct val="150000"/>
              </a:lnSpc>
            </a:pPr>
            <a:r>
              <a:rPr lang="en-US" dirty="0"/>
              <a:t>Drying up of the mouth</a:t>
            </a:r>
          </a:p>
          <a:p>
            <a:pPr eaLnBrk="1" hangingPunct="1">
              <a:lnSpc>
                <a:spcPct val="150000"/>
              </a:lnSpc>
            </a:pPr>
            <a:r>
              <a:rPr lang="en-US" dirty="0"/>
              <a:t>Change of color</a:t>
            </a:r>
          </a:p>
          <a:p>
            <a:pPr eaLnBrk="1" hangingPunct="1">
              <a:lnSpc>
                <a:spcPct val="150000"/>
              </a:lnSpc>
            </a:pPr>
            <a:r>
              <a:rPr lang="en-US" dirty="0" err="1"/>
              <a:t>Languour</a:t>
            </a:r>
            <a:r>
              <a:rPr lang="en-US" dirty="0"/>
              <a:t> of the limbs</a:t>
            </a:r>
          </a:p>
          <a:p>
            <a:pPr eaLnBrk="1" hangingPunct="1">
              <a:lnSpc>
                <a:spcPct val="150000"/>
              </a:lnSpc>
            </a:pPr>
            <a:r>
              <a:rPr lang="en-US" dirty="0"/>
              <a:t>Loss of memory</a:t>
            </a:r>
          </a:p>
          <a:p>
            <a:pPr eaLnBrk="1" hangingPunct="1">
              <a:lnSpc>
                <a:spcPct val="150000"/>
              </a:lnSpc>
            </a:pPr>
            <a:r>
              <a:rPr lang="en-US" dirty="0"/>
              <a:t>Lamenting/wailing</a:t>
            </a:r>
          </a:p>
          <a:p>
            <a:pPr eaLnBrk="1" hangingPunct="1">
              <a:lnSpc>
                <a:spcPct val="150000"/>
              </a:lnSpc>
            </a:pPr>
            <a:r>
              <a:rPr lang="en-US" dirty="0"/>
              <a:t>Beating / hitting the body</a:t>
            </a:r>
          </a:p>
        </p:txBody>
      </p:sp>
      <p:sp>
        <p:nvSpPr>
          <p:cNvPr id="4" name="Date Placeholder 3"/>
          <p:cNvSpPr>
            <a:spLocks noGrp="1"/>
          </p:cNvSpPr>
          <p:nvPr>
            <p:ph type="dt" sz="half" idx="10"/>
          </p:nvPr>
        </p:nvSpPr>
        <p:spPr/>
        <p:txBody>
          <a:bodyPr/>
          <a:lstStyle/>
          <a:p>
            <a:pPr>
              <a:defRPr/>
            </a:pPr>
            <a:fld id="{434CEF7D-D8D0-4FC1-B029-1EE67309575F}" type="datetime4">
              <a:rPr lang="en-US"/>
              <a:pPr>
                <a:defRPr/>
              </a:pPr>
              <a:t>May 24, 2023</a:t>
            </a:fld>
            <a:endParaRPr lang="en-US"/>
          </a:p>
        </p:txBody>
      </p:sp>
      <p:sp>
        <p:nvSpPr>
          <p:cNvPr id="6" name="Slide Number Placeholder 5"/>
          <p:cNvSpPr>
            <a:spLocks noGrp="1"/>
          </p:cNvSpPr>
          <p:nvPr>
            <p:ph type="sldNum" sz="quarter" idx="12"/>
          </p:nvPr>
        </p:nvSpPr>
        <p:spPr/>
        <p:txBody>
          <a:bodyPr>
            <a:normAutofit/>
          </a:bodyPr>
          <a:lstStyle/>
          <a:p>
            <a:pPr>
              <a:defRPr/>
            </a:pPr>
            <a:fld id="{48699018-F954-415F-9D70-A4ECCF90FB81}" type="slidenum">
              <a:rPr lang="en-US"/>
              <a:pPr>
                <a:defRPr/>
              </a:pPr>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3" name="Rectangle 2"/>
          <p:cNvSpPr>
            <a:spLocks noGrp="1" noChangeArrowheads="1"/>
          </p:cNvSpPr>
          <p:nvPr>
            <p:ph type="title"/>
          </p:nvPr>
        </p:nvSpPr>
        <p:spPr/>
        <p:txBody>
          <a:bodyPr/>
          <a:lstStyle/>
          <a:p>
            <a:pPr eaLnBrk="1" hangingPunct="1"/>
            <a:r>
              <a:rPr lang="en-US"/>
              <a:t>Roudra Rasa</a:t>
            </a:r>
          </a:p>
        </p:txBody>
      </p:sp>
      <p:sp>
        <p:nvSpPr>
          <p:cNvPr id="22534" name="Rectangle 3"/>
          <p:cNvSpPr>
            <a:spLocks noGrp="1" noChangeArrowheads="1"/>
          </p:cNvSpPr>
          <p:nvPr>
            <p:ph idx="1"/>
          </p:nvPr>
        </p:nvSpPr>
        <p:spPr>
          <a:xfrm>
            <a:off x="685800" y="990600"/>
            <a:ext cx="8001000" cy="4724400"/>
          </a:xfrm>
        </p:spPr>
        <p:txBody>
          <a:bodyPr>
            <a:normAutofit/>
          </a:bodyPr>
          <a:lstStyle/>
          <a:p>
            <a:pPr eaLnBrk="1" hangingPunct="1">
              <a:lnSpc>
                <a:spcPct val="150000"/>
              </a:lnSpc>
            </a:pPr>
            <a:r>
              <a:rPr lang="en-US" dirty="0"/>
              <a:t>The permanent emotion is anger</a:t>
            </a:r>
          </a:p>
          <a:p>
            <a:pPr eaLnBrk="1" hangingPunct="1">
              <a:lnSpc>
                <a:spcPct val="150000"/>
              </a:lnSpc>
            </a:pPr>
            <a:r>
              <a:rPr lang="en-US" dirty="0"/>
              <a:t>Characteristic of demons, violent people</a:t>
            </a:r>
          </a:p>
          <a:p>
            <a:pPr eaLnBrk="1" hangingPunct="1">
              <a:lnSpc>
                <a:spcPct val="150000"/>
              </a:lnSpc>
            </a:pPr>
            <a:r>
              <a:rPr lang="en-US" dirty="0"/>
              <a:t>The </a:t>
            </a:r>
            <a:r>
              <a:rPr lang="en-US" dirty="0" err="1"/>
              <a:t>vibhavas</a:t>
            </a:r>
            <a:r>
              <a:rPr lang="en-US" dirty="0"/>
              <a:t> are: anger, provocative actions, insult, lies, assault, harsh words, oppression and envy</a:t>
            </a:r>
          </a:p>
          <a:p>
            <a:pPr eaLnBrk="1" hangingPunct="1">
              <a:lnSpc>
                <a:spcPct val="150000"/>
              </a:lnSpc>
            </a:pPr>
            <a:r>
              <a:rPr lang="en-US" dirty="0"/>
              <a:t>The complimentary states are: correct perception, dynamic energy, panic, resentment, rashness, violence, pride, sweat, trembling, horripilation, shuttering etc.</a:t>
            </a:r>
          </a:p>
        </p:txBody>
      </p:sp>
      <p:sp>
        <p:nvSpPr>
          <p:cNvPr id="4" name="Date Placeholder 3"/>
          <p:cNvSpPr>
            <a:spLocks noGrp="1"/>
          </p:cNvSpPr>
          <p:nvPr>
            <p:ph type="dt" sz="half" idx="10"/>
          </p:nvPr>
        </p:nvSpPr>
        <p:spPr/>
        <p:txBody>
          <a:bodyPr/>
          <a:lstStyle/>
          <a:p>
            <a:pPr>
              <a:defRPr/>
            </a:pPr>
            <a:fld id="{599F0621-8923-4085-8F21-4B7B9B4FFA64}" type="datetime4">
              <a:rPr lang="en-US"/>
              <a:pPr>
                <a:defRPr/>
              </a:pPr>
              <a:t>May 24, 2023</a:t>
            </a:fld>
            <a:endParaRPr lang="en-US"/>
          </a:p>
        </p:txBody>
      </p:sp>
      <p:sp>
        <p:nvSpPr>
          <p:cNvPr id="6" name="Slide Number Placeholder 5"/>
          <p:cNvSpPr>
            <a:spLocks noGrp="1"/>
          </p:cNvSpPr>
          <p:nvPr>
            <p:ph type="sldNum" sz="quarter" idx="12"/>
          </p:nvPr>
        </p:nvSpPr>
        <p:spPr/>
        <p:txBody>
          <a:bodyPr>
            <a:normAutofit/>
          </a:bodyPr>
          <a:lstStyle/>
          <a:p>
            <a:pPr>
              <a:defRPr/>
            </a:pPr>
            <a:fld id="{55CDD9CD-57BE-4ECF-BE33-090999A58AFF}" type="slidenum">
              <a:rPr lang="en-US"/>
              <a:pPr>
                <a:defRPr/>
              </a:pPr>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7" name="Rectangle 2"/>
          <p:cNvSpPr>
            <a:spLocks noGrp="1" noChangeArrowheads="1"/>
          </p:cNvSpPr>
          <p:nvPr>
            <p:ph type="title"/>
          </p:nvPr>
        </p:nvSpPr>
        <p:spPr/>
        <p:txBody>
          <a:bodyPr>
            <a:normAutofit/>
          </a:bodyPr>
          <a:lstStyle/>
          <a:p>
            <a:pPr eaLnBrk="1" hangingPunct="1"/>
            <a:r>
              <a:rPr lang="en-US" dirty="0"/>
              <a:t>Acting it Out (</a:t>
            </a:r>
            <a:r>
              <a:rPr lang="en-US" dirty="0" err="1"/>
              <a:t>Roudra</a:t>
            </a:r>
            <a:r>
              <a:rPr lang="en-US" dirty="0"/>
              <a:t> Rasa)</a:t>
            </a:r>
          </a:p>
        </p:txBody>
      </p:sp>
      <p:sp>
        <p:nvSpPr>
          <p:cNvPr id="23558" name="Rectangle 3"/>
          <p:cNvSpPr>
            <a:spLocks noGrp="1" noChangeArrowheads="1"/>
          </p:cNvSpPr>
          <p:nvPr>
            <p:ph idx="1"/>
          </p:nvPr>
        </p:nvSpPr>
        <p:spPr/>
        <p:txBody>
          <a:bodyPr/>
          <a:lstStyle/>
          <a:p>
            <a:pPr eaLnBrk="1" hangingPunct="1">
              <a:lnSpc>
                <a:spcPct val="150000"/>
              </a:lnSpc>
            </a:pPr>
            <a:r>
              <a:rPr lang="en-US" dirty="0"/>
              <a:t>Red Eyes</a:t>
            </a:r>
          </a:p>
          <a:p>
            <a:pPr eaLnBrk="1" hangingPunct="1">
              <a:lnSpc>
                <a:spcPct val="150000"/>
              </a:lnSpc>
            </a:pPr>
            <a:r>
              <a:rPr lang="en-US" dirty="0"/>
              <a:t>Furrowing of the brows</a:t>
            </a:r>
          </a:p>
          <a:p>
            <a:pPr eaLnBrk="1" hangingPunct="1">
              <a:lnSpc>
                <a:spcPct val="150000"/>
              </a:lnSpc>
            </a:pPr>
            <a:r>
              <a:rPr lang="en-US" dirty="0"/>
              <a:t>Biting one’s lips</a:t>
            </a:r>
          </a:p>
          <a:p>
            <a:pPr eaLnBrk="1" hangingPunct="1">
              <a:lnSpc>
                <a:spcPct val="150000"/>
              </a:lnSpc>
            </a:pPr>
            <a:r>
              <a:rPr lang="en-US" dirty="0"/>
              <a:t>Grinding one’s teeth</a:t>
            </a:r>
          </a:p>
          <a:p>
            <a:pPr eaLnBrk="1" hangingPunct="1">
              <a:lnSpc>
                <a:spcPct val="150000"/>
              </a:lnSpc>
            </a:pPr>
            <a:r>
              <a:rPr lang="en-US" dirty="0"/>
              <a:t>Puffing out the cheeks</a:t>
            </a:r>
          </a:p>
          <a:p>
            <a:pPr eaLnBrk="1" hangingPunct="1">
              <a:lnSpc>
                <a:spcPct val="150000"/>
              </a:lnSpc>
            </a:pPr>
            <a:r>
              <a:rPr lang="en-US" dirty="0"/>
              <a:t>Wringing the hands</a:t>
            </a:r>
          </a:p>
        </p:txBody>
      </p:sp>
      <p:sp>
        <p:nvSpPr>
          <p:cNvPr id="4" name="Date Placeholder 3"/>
          <p:cNvSpPr>
            <a:spLocks noGrp="1"/>
          </p:cNvSpPr>
          <p:nvPr>
            <p:ph type="dt" sz="half" idx="10"/>
          </p:nvPr>
        </p:nvSpPr>
        <p:spPr/>
        <p:txBody>
          <a:bodyPr/>
          <a:lstStyle/>
          <a:p>
            <a:pPr>
              <a:defRPr/>
            </a:pPr>
            <a:fld id="{0FA742EF-3AE4-450B-AC79-A4A924E5BD15}" type="datetime4">
              <a:rPr lang="en-US"/>
              <a:pPr>
                <a:defRPr/>
              </a:pPr>
              <a:t>May 24, 2023</a:t>
            </a:fld>
            <a:endParaRPr lang="en-US"/>
          </a:p>
        </p:txBody>
      </p:sp>
      <p:sp>
        <p:nvSpPr>
          <p:cNvPr id="6" name="Slide Number Placeholder 5"/>
          <p:cNvSpPr>
            <a:spLocks noGrp="1"/>
          </p:cNvSpPr>
          <p:nvPr>
            <p:ph type="sldNum" sz="quarter" idx="12"/>
          </p:nvPr>
        </p:nvSpPr>
        <p:spPr/>
        <p:txBody>
          <a:bodyPr>
            <a:normAutofit/>
          </a:bodyPr>
          <a:lstStyle/>
          <a:p>
            <a:pPr>
              <a:defRPr/>
            </a:pPr>
            <a:fld id="{25677400-4804-47D7-AA46-C0024F91B819}" type="slidenum">
              <a:rPr lang="en-US"/>
              <a:pPr>
                <a:defRPr/>
              </a:pPr>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81" name="Rectangle 2"/>
          <p:cNvSpPr>
            <a:spLocks noGrp="1" noChangeArrowheads="1"/>
          </p:cNvSpPr>
          <p:nvPr>
            <p:ph type="title"/>
          </p:nvPr>
        </p:nvSpPr>
        <p:spPr/>
        <p:txBody>
          <a:bodyPr/>
          <a:lstStyle/>
          <a:p>
            <a:pPr eaLnBrk="1" hangingPunct="1"/>
            <a:r>
              <a:rPr lang="en-US"/>
              <a:t>Vira Rasa</a:t>
            </a:r>
          </a:p>
        </p:txBody>
      </p:sp>
      <p:sp>
        <p:nvSpPr>
          <p:cNvPr id="24582" name="Rectangle 3"/>
          <p:cNvSpPr>
            <a:spLocks noGrp="1" noChangeArrowheads="1"/>
          </p:cNvSpPr>
          <p:nvPr>
            <p:ph idx="1"/>
          </p:nvPr>
        </p:nvSpPr>
        <p:spPr>
          <a:xfrm>
            <a:off x="685800" y="1066800"/>
            <a:ext cx="7772400" cy="4114800"/>
          </a:xfrm>
        </p:spPr>
        <p:txBody>
          <a:bodyPr/>
          <a:lstStyle/>
          <a:p>
            <a:pPr eaLnBrk="1" hangingPunct="1">
              <a:lnSpc>
                <a:spcPct val="150000"/>
              </a:lnSpc>
            </a:pPr>
            <a:r>
              <a:rPr lang="en-US" dirty="0"/>
              <a:t>Permanent emotion is: </a:t>
            </a:r>
            <a:r>
              <a:rPr lang="en-US" dirty="0" err="1"/>
              <a:t>Utsaha</a:t>
            </a:r>
            <a:r>
              <a:rPr lang="en-US" dirty="0"/>
              <a:t> (dynamic energy)</a:t>
            </a:r>
          </a:p>
          <a:p>
            <a:pPr eaLnBrk="1" hangingPunct="1">
              <a:lnSpc>
                <a:spcPct val="150000"/>
              </a:lnSpc>
            </a:pPr>
            <a:r>
              <a:rPr lang="en-US" dirty="0"/>
              <a:t>The </a:t>
            </a:r>
            <a:r>
              <a:rPr lang="en-US" dirty="0" err="1"/>
              <a:t>vibhavas</a:t>
            </a:r>
            <a:r>
              <a:rPr lang="en-US" dirty="0"/>
              <a:t> are: decisiveness, correct perception, political wisdom, courtesy, bravery, skill in battle, might, eminence etc.</a:t>
            </a:r>
          </a:p>
          <a:p>
            <a:pPr eaLnBrk="1" hangingPunct="1">
              <a:lnSpc>
                <a:spcPct val="150000"/>
              </a:lnSpc>
            </a:pPr>
            <a:r>
              <a:rPr lang="en-US" dirty="0"/>
              <a:t>The transient emotions are: happiness, attentiveness, pride, panic, violence, resentment, remembrance, </a:t>
            </a:r>
            <a:r>
              <a:rPr lang="en-US" dirty="0" err="1"/>
              <a:t>horripilation</a:t>
            </a:r>
            <a:endParaRPr lang="en-US" dirty="0"/>
          </a:p>
          <a:p>
            <a:pPr eaLnBrk="1" hangingPunct="1">
              <a:lnSpc>
                <a:spcPct val="150000"/>
              </a:lnSpc>
            </a:pPr>
            <a:endParaRPr lang="en-US" dirty="0"/>
          </a:p>
        </p:txBody>
      </p:sp>
      <p:sp>
        <p:nvSpPr>
          <p:cNvPr id="4" name="Date Placeholder 3"/>
          <p:cNvSpPr>
            <a:spLocks noGrp="1"/>
          </p:cNvSpPr>
          <p:nvPr>
            <p:ph type="dt" sz="half" idx="10"/>
          </p:nvPr>
        </p:nvSpPr>
        <p:spPr/>
        <p:txBody>
          <a:bodyPr/>
          <a:lstStyle/>
          <a:p>
            <a:pPr>
              <a:defRPr/>
            </a:pPr>
            <a:fld id="{008D6E22-4C01-4931-AD7A-27CAE5DBA642}" type="datetime4">
              <a:rPr lang="en-US"/>
              <a:pPr>
                <a:defRPr/>
              </a:pPr>
              <a:t>May 24, 2023</a:t>
            </a:fld>
            <a:endParaRPr lang="en-US"/>
          </a:p>
        </p:txBody>
      </p:sp>
      <p:sp>
        <p:nvSpPr>
          <p:cNvPr id="6" name="Slide Number Placeholder 5"/>
          <p:cNvSpPr>
            <a:spLocks noGrp="1"/>
          </p:cNvSpPr>
          <p:nvPr>
            <p:ph type="sldNum" sz="quarter" idx="12"/>
          </p:nvPr>
        </p:nvSpPr>
        <p:spPr/>
        <p:txBody>
          <a:bodyPr>
            <a:normAutofit/>
          </a:bodyPr>
          <a:lstStyle/>
          <a:p>
            <a:pPr>
              <a:defRPr/>
            </a:pPr>
            <a:fld id="{4E3A4942-24E9-4C20-B696-56B60087434B}" type="slidenum">
              <a:rPr lang="en-US"/>
              <a:pPr>
                <a:defRPr/>
              </a:pPr>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5" name="Rectangle 2"/>
          <p:cNvSpPr>
            <a:spLocks noGrp="1" noChangeArrowheads="1"/>
          </p:cNvSpPr>
          <p:nvPr>
            <p:ph type="title"/>
          </p:nvPr>
        </p:nvSpPr>
        <p:spPr/>
        <p:txBody>
          <a:bodyPr>
            <a:normAutofit/>
          </a:bodyPr>
          <a:lstStyle/>
          <a:p>
            <a:pPr eaLnBrk="1" hangingPunct="1"/>
            <a:r>
              <a:rPr lang="en-US" dirty="0"/>
              <a:t>Acting it Out (</a:t>
            </a:r>
            <a:r>
              <a:rPr lang="en-US" dirty="0" err="1"/>
              <a:t>Vira</a:t>
            </a:r>
            <a:r>
              <a:rPr lang="en-US" dirty="0"/>
              <a:t> Rasa)</a:t>
            </a:r>
          </a:p>
        </p:txBody>
      </p:sp>
      <p:sp>
        <p:nvSpPr>
          <p:cNvPr id="25606" name="Rectangle 3"/>
          <p:cNvSpPr>
            <a:spLocks noGrp="1" noChangeArrowheads="1"/>
          </p:cNvSpPr>
          <p:nvPr>
            <p:ph idx="1"/>
          </p:nvPr>
        </p:nvSpPr>
        <p:spPr/>
        <p:txBody>
          <a:bodyPr/>
          <a:lstStyle/>
          <a:p>
            <a:pPr eaLnBrk="1" hangingPunct="1">
              <a:lnSpc>
                <a:spcPct val="150000"/>
              </a:lnSpc>
            </a:pPr>
            <a:r>
              <a:rPr lang="en-US"/>
              <a:t>Firmness</a:t>
            </a:r>
          </a:p>
          <a:p>
            <a:pPr eaLnBrk="1" hangingPunct="1">
              <a:lnSpc>
                <a:spcPct val="150000"/>
              </a:lnSpc>
            </a:pPr>
            <a:r>
              <a:rPr lang="en-US" dirty="0"/>
              <a:t>Patience</a:t>
            </a:r>
          </a:p>
          <a:p>
            <a:pPr eaLnBrk="1" hangingPunct="1">
              <a:lnSpc>
                <a:spcPct val="150000"/>
              </a:lnSpc>
            </a:pPr>
            <a:r>
              <a:rPr lang="en-US" dirty="0"/>
              <a:t>Heroism</a:t>
            </a:r>
          </a:p>
          <a:p>
            <a:pPr eaLnBrk="1" hangingPunct="1">
              <a:lnSpc>
                <a:spcPct val="150000"/>
              </a:lnSpc>
            </a:pPr>
            <a:r>
              <a:rPr lang="en-US" dirty="0"/>
              <a:t>Generosity</a:t>
            </a:r>
          </a:p>
          <a:p>
            <a:pPr eaLnBrk="1" hangingPunct="1">
              <a:lnSpc>
                <a:spcPct val="150000"/>
              </a:lnSpc>
            </a:pPr>
            <a:r>
              <a:rPr lang="en-US" dirty="0"/>
              <a:t>Pride</a:t>
            </a:r>
          </a:p>
          <a:p>
            <a:pPr eaLnBrk="1" hangingPunct="1">
              <a:lnSpc>
                <a:spcPct val="150000"/>
              </a:lnSpc>
            </a:pPr>
            <a:r>
              <a:rPr lang="en-US" dirty="0"/>
              <a:t>Might</a:t>
            </a:r>
          </a:p>
          <a:p>
            <a:pPr eaLnBrk="1" hangingPunct="1">
              <a:lnSpc>
                <a:spcPct val="150000"/>
              </a:lnSpc>
            </a:pPr>
            <a:r>
              <a:rPr lang="en-US" dirty="0"/>
              <a:t>Profound remarks</a:t>
            </a:r>
          </a:p>
        </p:txBody>
      </p:sp>
      <p:sp>
        <p:nvSpPr>
          <p:cNvPr id="4" name="Date Placeholder 3"/>
          <p:cNvSpPr>
            <a:spLocks noGrp="1"/>
          </p:cNvSpPr>
          <p:nvPr>
            <p:ph type="dt" sz="half" idx="10"/>
          </p:nvPr>
        </p:nvSpPr>
        <p:spPr/>
        <p:txBody>
          <a:bodyPr/>
          <a:lstStyle/>
          <a:p>
            <a:pPr>
              <a:defRPr/>
            </a:pPr>
            <a:fld id="{8981D7CF-E14B-4F35-9975-5A8AA41E54C2}" type="datetime4">
              <a:rPr lang="en-US"/>
              <a:pPr>
                <a:defRPr/>
              </a:pPr>
              <a:t>May 24, 2023</a:t>
            </a:fld>
            <a:endParaRPr lang="en-US"/>
          </a:p>
        </p:txBody>
      </p:sp>
      <p:sp>
        <p:nvSpPr>
          <p:cNvPr id="6" name="Slide Number Placeholder 5"/>
          <p:cNvSpPr>
            <a:spLocks noGrp="1"/>
          </p:cNvSpPr>
          <p:nvPr>
            <p:ph type="sldNum" sz="quarter" idx="12"/>
          </p:nvPr>
        </p:nvSpPr>
        <p:spPr/>
        <p:txBody>
          <a:bodyPr>
            <a:normAutofit/>
          </a:bodyPr>
          <a:lstStyle/>
          <a:p>
            <a:pPr>
              <a:defRPr/>
            </a:pPr>
            <a:fld id="{9BA4EF51-3D54-4DF0-A216-5DF2C7829582}" type="slidenum">
              <a:rPr lang="en-US"/>
              <a:pPr>
                <a:defRPr/>
              </a:pPr>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9" name="Rectangle 2"/>
          <p:cNvSpPr>
            <a:spLocks noGrp="1" noChangeArrowheads="1"/>
          </p:cNvSpPr>
          <p:nvPr>
            <p:ph type="title"/>
          </p:nvPr>
        </p:nvSpPr>
        <p:spPr/>
        <p:txBody>
          <a:bodyPr/>
          <a:lstStyle/>
          <a:p>
            <a:pPr eaLnBrk="1" hangingPunct="1"/>
            <a:r>
              <a:rPr lang="en-US"/>
              <a:t>Bhayanaka Rasa</a:t>
            </a:r>
          </a:p>
        </p:txBody>
      </p:sp>
      <p:sp>
        <p:nvSpPr>
          <p:cNvPr id="26630" name="Rectangle 3"/>
          <p:cNvSpPr>
            <a:spLocks noGrp="1" noChangeArrowheads="1"/>
          </p:cNvSpPr>
          <p:nvPr>
            <p:ph idx="1"/>
          </p:nvPr>
        </p:nvSpPr>
        <p:spPr>
          <a:xfrm>
            <a:off x="685800" y="990600"/>
            <a:ext cx="7772400" cy="4495800"/>
          </a:xfrm>
        </p:spPr>
        <p:txBody>
          <a:bodyPr>
            <a:normAutofit fontScale="92500"/>
          </a:bodyPr>
          <a:lstStyle/>
          <a:p>
            <a:pPr eaLnBrk="1" hangingPunct="1">
              <a:lnSpc>
                <a:spcPct val="150000"/>
              </a:lnSpc>
            </a:pPr>
            <a:r>
              <a:rPr lang="en-US" dirty="0"/>
              <a:t>Permanent emotion is: </a:t>
            </a:r>
            <a:r>
              <a:rPr lang="en-US" dirty="0" err="1"/>
              <a:t>Bhaya</a:t>
            </a:r>
            <a:r>
              <a:rPr lang="en-US" dirty="0"/>
              <a:t> (Fear)</a:t>
            </a:r>
          </a:p>
          <a:p>
            <a:pPr eaLnBrk="1" hangingPunct="1">
              <a:lnSpc>
                <a:spcPct val="150000"/>
              </a:lnSpc>
            </a:pPr>
            <a:r>
              <a:rPr lang="en-US" dirty="0"/>
              <a:t>The </a:t>
            </a:r>
            <a:r>
              <a:rPr lang="en-US" dirty="0" err="1"/>
              <a:t>vibhavas</a:t>
            </a:r>
            <a:r>
              <a:rPr lang="en-US" dirty="0"/>
              <a:t> are: ghastly noises, seeing supernatural beings, howling of wild animals, going to a forest, seeing cruelty to one’s near and dear ones</a:t>
            </a:r>
          </a:p>
          <a:p>
            <a:pPr eaLnBrk="1" hangingPunct="1">
              <a:lnSpc>
                <a:spcPct val="150000"/>
              </a:lnSpc>
            </a:pPr>
            <a:r>
              <a:rPr lang="en-US" dirty="0"/>
              <a:t>The transient emotions are: Paralysis, sweating, shuttering, horripilation, trembling, break in the voice, change of color, anxiety, confusion, depression, panic, rashness, lifelessness, fright, apoplexy, detach, etc.</a:t>
            </a:r>
          </a:p>
        </p:txBody>
      </p:sp>
      <p:sp>
        <p:nvSpPr>
          <p:cNvPr id="4" name="Date Placeholder 3"/>
          <p:cNvSpPr>
            <a:spLocks noGrp="1"/>
          </p:cNvSpPr>
          <p:nvPr>
            <p:ph type="dt" sz="half" idx="10"/>
          </p:nvPr>
        </p:nvSpPr>
        <p:spPr/>
        <p:txBody>
          <a:bodyPr/>
          <a:lstStyle/>
          <a:p>
            <a:pPr>
              <a:defRPr/>
            </a:pPr>
            <a:fld id="{3B0685EF-E4FF-4D06-BEF6-65FD713E7D45}" type="datetime4">
              <a:rPr lang="en-US"/>
              <a:pPr>
                <a:defRPr/>
              </a:pPr>
              <a:t>May 24, 2023</a:t>
            </a:fld>
            <a:endParaRPr lang="en-US"/>
          </a:p>
        </p:txBody>
      </p:sp>
      <p:sp>
        <p:nvSpPr>
          <p:cNvPr id="6" name="Slide Number Placeholder 5"/>
          <p:cNvSpPr>
            <a:spLocks noGrp="1"/>
          </p:cNvSpPr>
          <p:nvPr>
            <p:ph type="sldNum" sz="quarter" idx="12"/>
          </p:nvPr>
        </p:nvSpPr>
        <p:spPr/>
        <p:txBody>
          <a:bodyPr>
            <a:normAutofit/>
          </a:bodyPr>
          <a:lstStyle/>
          <a:p>
            <a:pPr>
              <a:defRPr/>
            </a:pPr>
            <a:fld id="{842FFC8D-9357-4A0B-9542-8DF17BF39E46}" type="slidenum">
              <a:rPr lang="en-US"/>
              <a:pPr>
                <a:defRPr/>
              </a:pPr>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3" name="Rectangle 2"/>
          <p:cNvSpPr>
            <a:spLocks noGrp="1" noChangeArrowheads="1"/>
          </p:cNvSpPr>
          <p:nvPr>
            <p:ph type="title"/>
          </p:nvPr>
        </p:nvSpPr>
        <p:spPr/>
        <p:txBody>
          <a:bodyPr>
            <a:normAutofit/>
          </a:bodyPr>
          <a:lstStyle/>
          <a:p>
            <a:pPr eaLnBrk="1" hangingPunct="1"/>
            <a:r>
              <a:rPr lang="en-US" dirty="0"/>
              <a:t>Acting it Out (</a:t>
            </a:r>
            <a:r>
              <a:rPr lang="en-US" dirty="0" err="1"/>
              <a:t>Bhayanaka</a:t>
            </a:r>
            <a:r>
              <a:rPr lang="en-US" dirty="0"/>
              <a:t> Rasa)</a:t>
            </a:r>
          </a:p>
        </p:txBody>
      </p:sp>
      <p:sp>
        <p:nvSpPr>
          <p:cNvPr id="27654" name="Rectangle 3"/>
          <p:cNvSpPr>
            <a:spLocks noGrp="1" noChangeArrowheads="1"/>
          </p:cNvSpPr>
          <p:nvPr>
            <p:ph idx="1"/>
          </p:nvPr>
        </p:nvSpPr>
        <p:spPr>
          <a:xfrm>
            <a:off x="685800" y="1066800"/>
            <a:ext cx="7772400" cy="4114800"/>
          </a:xfrm>
        </p:spPr>
        <p:txBody>
          <a:bodyPr/>
          <a:lstStyle/>
          <a:p>
            <a:pPr eaLnBrk="1" hangingPunct="1">
              <a:lnSpc>
                <a:spcPct val="120000"/>
              </a:lnSpc>
            </a:pPr>
            <a:r>
              <a:rPr lang="en-US" dirty="0"/>
              <a:t>Trembling of the hands and feet</a:t>
            </a:r>
          </a:p>
          <a:p>
            <a:pPr eaLnBrk="1" hangingPunct="1">
              <a:lnSpc>
                <a:spcPct val="120000"/>
              </a:lnSpc>
            </a:pPr>
            <a:r>
              <a:rPr lang="en-US" dirty="0"/>
              <a:t>Darting motion of the eyes</a:t>
            </a:r>
          </a:p>
          <a:p>
            <a:pPr eaLnBrk="1" hangingPunct="1">
              <a:lnSpc>
                <a:spcPct val="120000"/>
              </a:lnSpc>
            </a:pPr>
            <a:r>
              <a:rPr lang="en-US" dirty="0"/>
              <a:t>Panic look</a:t>
            </a:r>
          </a:p>
          <a:p>
            <a:pPr eaLnBrk="1" hangingPunct="1">
              <a:lnSpc>
                <a:spcPct val="120000"/>
              </a:lnSpc>
            </a:pPr>
            <a:r>
              <a:rPr lang="en-US" dirty="0"/>
              <a:t>Hair standing on end</a:t>
            </a:r>
          </a:p>
          <a:p>
            <a:pPr eaLnBrk="1" hangingPunct="1">
              <a:lnSpc>
                <a:spcPct val="120000"/>
              </a:lnSpc>
            </a:pPr>
            <a:r>
              <a:rPr lang="en-US" dirty="0"/>
              <a:t>Face color changing </a:t>
            </a:r>
          </a:p>
          <a:p>
            <a:pPr eaLnBrk="1" hangingPunct="1">
              <a:lnSpc>
                <a:spcPct val="120000"/>
              </a:lnSpc>
            </a:pPr>
            <a:r>
              <a:rPr lang="en-US" dirty="0"/>
              <a:t>Drying up of mouth, throat</a:t>
            </a:r>
          </a:p>
          <a:p>
            <a:pPr eaLnBrk="1" hangingPunct="1">
              <a:lnSpc>
                <a:spcPct val="120000"/>
              </a:lnSpc>
            </a:pPr>
            <a:r>
              <a:rPr lang="en-US" dirty="0"/>
              <a:t>Palpitation of the heart</a:t>
            </a:r>
          </a:p>
          <a:p>
            <a:pPr eaLnBrk="1" hangingPunct="1">
              <a:lnSpc>
                <a:spcPct val="120000"/>
              </a:lnSpc>
            </a:pPr>
            <a:r>
              <a:rPr lang="en-US" dirty="0"/>
              <a:t>Horripilation</a:t>
            </a:r>
          </a:p>
          <a:p>
            <a:pPr eaLnBrk="1" hangingPunct="1">
              <a:lnSpc>
                <a:spcPct val="120000"/>
              </a:lnSpc>
            </a:pPr>
            <a:r>
              <a:rPr lang="en-US" dirty="0"/>
              <a:t>Paralysis of the legs</a:t>
            </a:r>
          </a:p>
        </p:txBody>
      </p:sp>
      <p:sp>
        <p:nvSpPr>
          <p:cNvPr id="4" name="Date Placeholder 3"/>
          <p:cNvSpPr>
            <a:spLocks noGrp="1"/>
          </p:cNvSpPr>
          <p:nvPr>
            <p:ph type="dt" sz="half" idx="10"/>
          </p:nvPr>
        </p:nvSpPr>
        <p:spPr/>
        <p:txBody>
          <a:bodyPr/>
          <a:lstStyle/>
          <a:p>
            <a:pPr>
              <a:defRPr/>
            </a:pPr>
            <a:fld id="{208800BF-26B1-41B8-9047-FBAB3B49F717}" type="datetime4">
              <a:rPr lang="en-US"/>
              <a:pPr>
                <a:defRPr/>
              </a:pPr>
              <a:t>May 24, 2023</a:t>
            </a:fld>
            <a:endParaRPr lang="en-US"/>
          </a:p>
        </p:txBody>
      </p:sp>
      <p:sp>
        <p:nvSpPr>
          <p:cNvPr id="6" name="Slide Number Placeholder 5"/>
          <p:cNvSpPr>
            <a:spLocks noGrp="1"/>
          </p:cNvSpPr>
          <p:nvPr>
            <p:ph type="sldNum" sz="quarter" idx="12"/>
          </p:nvPr>
        </p:nvSpPr>
        <p:spPr/>
        <p:txBody>
          <a:bodyPr/>
          <a:lstStyle/>
          <a:p>
            <a:pPr>
              <a:defRPr/>
            </a:pPr>
            <a:fld id="{99C089B0-6BD8-444C-B092-DBD0B6F433EC}" type="slidenum">
              <a:rPr lang="en-US"/>
              <a:pPr>
                <a:defRPr/>
              </a:pPr>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7" name="Rectangle 2"/>
          <p:cNvSpPr>
            <a:spLocks noGrp="1" noChangeArrowheads="1"/>
          </p:cNvSpPr>
          <p:nvPr>
            <p:ph type="title"/>
          </p:nvPr>
        </p:nvSpPr>
        <p:spPr/>
        <p:txBody>
          <a:bodyPr/>
          <a:lstStyle/>
          <a:p>
            <a:pPr eaLnBrk="1" hangingPunct="1"/>
            <a:r>
              <a:rPr lang="en-US"/>
              <a:t>Bibhatsa Rasa</a:t>
            </a:r>
          </a:p>
        </p:txBody>
      </p:sp>
      <p:sp>
        <p:nvSpPr>
          <p:cNvPr id="28678" name="Rectangle 4"/>
          <p:cNvSpPr>
            <a:spLocks noGrp="1" noChangeArrowheads="1"/>
          </p:cNvSpPr>
          <p:nvPr>
            <p:ph idx="1"/>
          </p:nvPr>
        </p:nvSpPr>
        <p:spPr>
          <a:noFill/>
        </p:spPr>
        <p:txBody>
          <a:bodyPr/>
          <a:lstStyle/>
          <a:p>
            <a:pPr eaLnBrk="1" hangingPunct="1">
              <a:lnSpc>
                <a:spcPct val="150000"/>
              </a:lnSpc>
            </a:pPr>
            <a:r>
              <a:rPr lang="en-US" dirty="0"/>
              <a:t>Permanent emotion is: </a:t>
            </a:r>
            <a:r>
              <a:rPr lang="en-US" dirty="0" err="1"/>
              <a:t>Jugupsa</a:t>
            </a:r>
            <a:r>
              <a:rPr lang="en-US" dirty="0"/>
              <a:t> (disgust)</a:t>
            </a:r>
          </a:p>
          <a:p>
            <a:pPr eaLnBrk="1" hangingPunct="1">
              <a:lnSpc>
                <a:spcPct val="150000"/>
              </a:lnSpc>
            </a:pPr>
            <a:r>
              <a:rPr lang="en-US" dirty="0"/>
              <a:t>The </a:t>
            </a:r>
            <a:r>
              <a:rPr lang="en-US" dirty="0" err="1"/>
              <a:t>vibhavas</a:t>
            </a:r>
            <a:r>
              <a:rPr lang="en-US" dirty="0"/>
              <a:t> are: Seeing ugly, unpleasant, unclean things, </a:t>
            </a:r>
          </a:p>
          <a:p>
            <a:pPr eaLnBrk="1" hangingPunct="1">
              <a:lnSpc>
                <a:spcPct val="150000"/>
              </a:lnSpc>
            </a:pPr>
            <a:r>
              <a:rPr lang="en-US" dirty="0"/>
              <a:t>The transient emotions are: apoplexy, agitation, panic, confusion, sickness, death etc.</a:t>
            </a:r>
          </a:p>
        </p:txBody>
      </p:sp>
      <p:sp>
        <p:nvSpPr>
          <p:cNvPr id="4" name="Date Placeholder 3"/>
          <p:cNvSpPr>
            <a:spLocks noGrp="1"/>
          </p:cNvSpPr>
          <p:nvPr>
            <p:ph type="dt" sz="half" idx="10"/>
          </p:nvPr>
        </p:nvSpPr>
        <p:spPr/>
        <p:txBody>
          <a:bodyPr/>
          <a:lstStyle/>
          <a:p>
            <a:pPr>
              <a:defRPr/>
            </a:pPr>
            <a:fld id="{EB1406C9-F6DA-4163-BB7C-22AF50689102}" type="datetime4">
              <a:rPr lang="en-US"/>
              <a:pPr>
                <a:defRPr/>
              </a:pPr>
              <a:t>May 24, 2023</a:t>
            </a:fld>
            <a:endParaRPr lang="en-US"/>
          </a:p>
        </p:txBody>
      </p:sp>
      <p:sp>
        <p:nvSpPr>
          <p:cNvPr id="6" name="Slide Number Placeholder 5"/>
          <p:cNvSpPr>
            <a:spLocks noGrp="1"/>
          </p:cNvSpPr>
          <p:nvPr>
            <p:ph type="sldNum" sz="quarter" idx="12"/>
          </p:nvPr>
        </p:nvSpPr>
        <p:spPr/>
        <p:txBody>
          <a:bodyPr/>
          <a:lstStyle/>
          <a:p>
            <a:pPr>
              <a:defRPr/>
            </a:pPr>
            <a:fld id="{248B337D-FCB5-4883-B9F6-A570526A8F08}" type="slidenum">
              <a:rPr lang="en-US"/>
              <a:pPr>
                <a:defRPr/>
              </a:pPr>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701" name="Rectangle 2"/>
          <p:cNvSpPr>
            <a:spLocks noGrp="1" noChangeArrowheads="1"/>
          </p:cNvSpPr>
          <p:nvPr>
            <p:ph type="title"/>
          </p:nvPr>
        </p:nvSpPr>
        <p:spPr/>
        <p:txBody>
          <a:bodyPr>
            <a:normAutofit/>
          </a:bodyPr>
          <a:lstStyle/>
          <a:p>
            <a:pPr eaLnBrk="1" hangingPunct="1"/>
            <a:r>
              <a:rPr lang="en-US" dirty="0"/>
              <a:t>Acting it Out (</a:t>
            </a:r>
            <a:r>
              <a:rPr lang="en-US" dirty="0" err="1"/>
              <a:t>Bibhatsa</a:t>
            </a:r>
            <a:r>
              <a:rPr lang="en-US" dirty="0"/>
              <a:t> Rasa)</a:t>
            </a:r>
          </a:p>
        </p:txBody>
      </p:sp>
      <p:sp>
        <p:nvSpPr>
          <p:cNvPr id="29702" name="Rectangle 3"/>
          <p:cNvSpPr>
            <a:spLocks noGrp="1" noChangeArrowheads="1"/>
          </p:cNvSpPr>
          <p:nvPr>
            <p:ph idx="1"/>
          </p:nvPr>
        </p:nvSpPr>
        <p:spPr/>
        <p:txBody>
          <a:bodyPr/>
          <a:lstStyle/>
          <a:p>
            <a:pPr eaLnBrk="1" hangingPunct="1">
              <a:lnSpc>
                <a:spcPct val="150000"/>
              </a:lnSpc>
            </a:pPr>
            <a:r>
              <a:rPr lang="en-US" dirty="0"/>
              <a:t>Contortions of the mouth and eye</a:t>
            </a:r>
          </a:p>
          <a:p>
            <a:pPr eaLnBrk="1" hangingPunct="1">
              <a:lnSpc>
                <a:spcPct val="150000"/>
              </a:lnSpc>
            </a:pPr>
            <a:r>
              <a:rPr lang="en-US" dirty="0"/>
              <a:t>Holding one’s nose</a:t>
            </a:r>
          </a:p>
          <a:p>
            <a:pPr eaLnBrk="1" hangingPunct="1">
              <a:lnSpc>
                <a:spcPct val="150000"/>
              </a:lnSpc>
            </a:pPr>
            <a:r>
              <a:rPr lang="en-US" dirty="0"/>
              <a:t>Bending one’s head</a:t>
            </a:r>
          </a:p>
          <a:p>
            <a:pPr eaLnBrk="1" hangingPunct="1">
              <a:lnSpc>
                <a:spcPct val="150000"/>
              </a:lnSpc>
            </a:pPr>
            <a:r>
              <a:rPr lang="en-US" dirty="0"/>
              <a:t>Unsure steps</a:t>
            </a:r>
          </a:p>
          <a:p>
            <a:pPr eaLnBrk="1" hangingPunct="1">
              <a:lnSpc>
                <a:spcPct val="150000"/>
              </a:lnSpc>
            </a:pPr>
            <a:r>
              <a:rPr lang="en-US" dirty="0"/>
              <a:t>Spitting </a:t>
            </a:r>
          </a:p>
          <a:p>
            <a:pPr eaLnBrk="1" hangingPunct="1">
              <a:lnSpc>
                <a:spcPct val="150000"/>
              </a:lnSpc>
            </a:pPr>
            <a:r>
              <a:rPr lang="en-US" dirty="0"/>
              <a:t>Vomiting</a:t>
            </a:r>
          </a:p>
          <a:p>
            <a:pPr eaLnBrk="1" hangingPunct="1">
              <a:lnSpc>
                <a:spcPct val="150000"/>
              </a:lnSpc>
              <a:buFontTx/>
              <a:buNone/>
            </a:pPr>
            <a:endParaRPr lang="en-US" dirty="0"/>
          </a:p>
        </p:txBody>
      </p:sp>
      <p:sp>
        <p:nvSpPr>
          <p:cNvPr id="4" name="Date Placeholder 3"/>
          <p:cNvSpPr>
            <a:spLocks noGrp="1"/>
          </p:cNvSpPr>
          <p:nvPr>
            <p:ph type="dt" sz="half" idx="10"/>
          </p:nvPr>
        </p:nvSpPr>
        <p:spPr/>
        <p:txBody>
          <a:bodyPr/>
          <a:lstStyle/>
          <a:p>
            <a:pPr>
              <a:defRPr/>
            </a:pPr>
            <a:fld id="{AD583A24-3071-4C05-94E0-70748B1B15FF}" type="datetime4">
              <a:rPr lang="en-US"/>
              <a:pPr>
                <a:defRPr/>
              </a:pPr>
              <a:t>May 24, 2023</a:t>
            </a:fld>
            <a:endParaRPr lang="en-US"/>
          </a:p>
        </p:txBody>
      </p:sp>
      <p:sp>
        <p:nvSpPr>
          <p:cNvPr id="6" name="Slide Number Placeholder 5"/>
          <p:cNvSpPr>
            <a:spLocks noGrp="1"/>
          </p:cNvSpPr>
          <p:nvPr>
            <p:ph type="sldNum" sz="quarter" idx="12"/>
          </p:nvPr>
        </p:nvSpPr>
        <p:spPr/>
        <p:txBody>
          <a:bodyPr/>
          <a:lstStyle/>
          <a:p>
            <a:pPr>
              <a:defRPr/>
            </a:pPr>
            <a:fld id="{576D620F-340F-4169-BFF7-AE144EBCDA11}" type="slidenum">
              <a:rPr lang="en-US"/>
              <a:pPr>
                <a:defRPr/>
              </a:pPr>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5" name="Rectangle 2"/>
          <p:cNvSpPr>
            <a:spLocks noGrp="1" noChangeArrowheads="1"/>
          </p:cNvSpPr>
          <p:nvPr>
            <p:ph type="title"/>
          </p:nvPr>
        </p:nvSpPr>
        <p:spPr/>
        <p:txBody>
          <a:bodyPr/>
          <a:lstStyle/>
          <a:p>
            <a:pPr eaLnBrk="1" hangingPunct="1"/>
            <a:r>
              <a:rPr lang="en-US"/>
              <a:t>Adbhuta Rasa</a:t>
            </a:r>
          </a:p>
        </p:txBody>
      </p:sp>
      <p:sp>
        <p:nvSpPr>
          <p:cNvPr id="30726" name="Rectangle 3"/>
          <p:cNvSpPr>
            <a:spLocks noGrp="1" noChangeArrowheads="1"/>
          </p:cNvSpPr>
          <p:nvPr>
            <p:ph idx="1"/>
          </p:nvPr>
        </p:nvSpPr>
        <p:spPr/>
        <p:txBody>
          <a:bodyPr/>
          <a:lstStyle/>
          <a:p>
            <a:pPr eaLnBrk="1" hangingPunct="1">
              <a:lnSpc>
                <a:spcPct val="150000"/>
              </a:lnSpc>
            </a:pPr>
            <a:r>
              <a:rPr lang="en-US" dirty="0"/>
              <a:t>Permanent emotion is: </a:t>
            </a:r>
            <a:r>
              <a:rPr lang="en-US" dirty="0" err="1"/>
              <a:t>Ascharya</a:t>
            </a:r>
            <a:r>
              <a:rPr lang="en-US" dirty="0"/>
              <a:t> (Wonder)</a:t>
            </a:r>
          </a:p>
          <a:p>
            <a:pPr eaLnBrk="1" hangingPunct="1">
              <a:lnSpc>
                <a:spcPct val="150000"/>
              </a:lnSpc>
            </a:pPr>
            <a:r>
              <a:rPr lang="en-US" dirty="0"/>
              <a:t>The </a:t>
            </a:r>
            <a:r>
              <a:rPr lang="en-US" dirty="0" err="1"/>
              <a:t>vibhavas</a:t>
            </a:r>
            <a:r>
              <a:rPr lang="en-US" dirty="0"/>
              <a:t> are: seeing heavenly beings, gaining one’s desired objects, seeing flying chariot, magic show</a:t>
            </a:r>
          </a:p>
          <a:p>
            <a:pPr eaLnBrk="1" hangingPunct="1">
              <a:lnSpc>
                <a:spcPct val="150000"/>
              </a:lnSpc>
            </a:pPr>
            <a:r>
              <a:rPr lang="en-US" dirty="0"/>
              <a:t>The transient emotions are: Paralysis, tears, sweat, shuttering, panic, lifelessness, fainting, seeing unusual work of art</a:t>
            </a:r>
          </a:p>
          <a:p>
            <a:pPr eaLnBrk="1" hangingPunct="1">
              <a:lnSpc>
                <a:spcPct val="150000"/>
              </a:lnSpc>
            </a:pPr>
            <a:endParaRPr lang="en-US" dirty="0"/>
          </a:p>
        </p:txBody>
      </p:sp>
      <p:sp>
        <p:nvSpPr>
          <p:cNvPr id="4" name="Date Placeholder 3"/>
          <p:cNvSpPr>
            <a:spLocks noGrp="1"/>
          </p:cNvSpPr>
          <p:nvPr>
            <p:ph type="dt" sz="half" idx="10"/>
          </p:nvPr>
        </p:nvSpPr>
        <p:spPr/>
        <p:txBody>
          <a:bodyPr/>
          <a:lstStyle/>
          <a:p>
            <a:pPr>
              <a:defRPr/>
            </a:pPr>
            <a:fld id="{278F8DFD-0133-46FD-A002-CD345055846A}" type="datetime4">
              <a:rPr lang="en-US"/>
              <a:pPr>
                <a:defRPr/>
              </a:pPr>
              <a:t>May 24, 2023</a:t>
            </a:fld>
            <a:endParaRPr lang="en-US"/>
          </a:p>
        </p:txBody>
      </p:sp>
      <p:sp>
        <p:nvSpPr>
          <p:cNvPr id="6" name="Slide Number Placeholder 5"/>
          <p:cNvSpPr>
            <a:spLocks noGrp="1"/>
          </p:cNvSpPr>
          <p:nvPr>
            <p:ph type="sldNum" sz="quarter" idx="12"/>
          </p:nvPr>
        </p:nvSpPr>
        <p:spPr/>
        <p:txBody>
          <a:bodyPr/>
          <a:lstStyle/>
          <a:p>
            <a:pPr>
              <a:defRPr/>
            </a:pPr>
            <a:fld id="{ADBBA62C-D1BA-40A4-82D6-DC2ECAB035D6}" type="slidenum">
              <a:rPr lang="en-US"/>
              <a:pPr>
                <a:defRPr/>
              </a:pPr>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9" name="Rectangle 2"/>
          <p:cNvSpPr>
            <a:spLocks noGrp="1" noChangeArrowheads="1"/>
          </p:cNvSpPr>
          <p:nvPr>
            <p:ph type="title"/>
          </p:nvPr>
        </p:nvSpPr>
        <p:spPr/>
        <p:txBody>
          <a:bodyPr/>
          <a:lstStyle/>
          <a:p>
            <a:pPr eaLnBrk="1" hangingPunct="1"/>
            <a:r>
              <a:rPr lang="en-US" dirty="0"/>
              <a:t>Acting it Out (</a:t>
            </a:r>
            <a:r>
              <a:rPr lang="en-US" dirty="0" err="1"/>
              <a:t>Adbhuta</a:t>
            </a:r>
            <a:r>
              <a:rPr lang="en-US" dirty="0"/>
              <a:t> Rasa)</a:t>
            </a:r>
          </a:p>
        </p:txBody>
      </p:sp>
      <p:sp>
        <p:nvSpPr>
          <p:cNvPr id="31750" name="Rectangle 3"/>
          <p:cNvSpPr>
            <a:spLocks noGrp="1" noChangeArrowheads="1"/>
          </p:cNvSpPr>
          <p:nvPr>
            <p:ph idx="1"/>
          </p:nvPr>
        </p:nvSpPr>
        <p:spPr/>
        <p:txBody>
          <a:bodyPr/>
          <a:lstStyle/>
          <a:p>
            <a:pPr eaLnBrk="1" hangingPunct="1">
              <a:lnSpc>
                <a:spcPct val="120000"/>
              </a:lnSpc>
            </a:pPr>
            <a:r>
              <a:rPr lang="en-US" dirty="0"/>
              <a:t>Wide eyes</a:t>
            </a:r>
          </a:p>
          <a:p>
            <a:pPr eaLnBrk="1" hangingPunct="1">
              <a:lnSpc>
                <a:spcPct val="120000"/>
              </a:lnSpc>
            </a:pPr>
            <a:r>
              <a:rPr lang="en-US" dirty="0"/>
              <a:t>Staring</a:t>
            </a:r>
          </a:p>
          <a:p>
            <a:pPr eaLnBrk="1" hangingPunct="1">
              <a:lnSpc>
                <a:spcPct val="120000"/>
              </a:lnSpc>
            </a:pPr>
            <a:r>
              <a:rPr lang="en-US" dirty="0"/>
              <a:t>Ecstatic delight</a:t>
            </a:r>
          </a:p>
          <a:p>
            <a:pPr eaLnBrk="1" hangingPunct="1">
              <a:lnSpc>
                <a:spcPct val="120000"/>
              </a:lnSpc>
            </a:pPr>
            <a:r>
              <a:rPr lang="en-US" dirty="0"/>
              <a:t>Waving of hands</a:t>
            </a:r>
          </a:p>
          <a:p>
            <a:pPr eaLnBrk="1" hangingPunct="1">
              <a:lnSpc>
                <a:spcPct val="120000"/>
              </a:lnSpc>
            </a:pPr>
            <a:r>
              <a:rPr lang="en-US" dirty="0"/>
              <a:t>Nodding of heads</a:t>
            </a:r>
          </a:p>
          <a:p>
            <a:pPr eaLnBrk="1" hangingPunct="1">
              <a:lnSpc>
                <a:spcPct val="120000"/>
              </a:lnSpc>
            </a:pPr>
            <a:r>
              <a:rPr lang="en-US" dirty="0"/>
              <a:t>Sweat</a:t>
            </a:r>
          </a:p>
          <a:p>
            <a:pPr eaLnBrk="1" hangingPunct="1">
              <a:lnSpc>
                <a:spcPct val="120000"/>
              </a:lnSpc>
            </a:pPr>
            <a:r>
              <a:rPr lang="en-US" dirty="0"/>
              <a:t>Tears</a:t>
            </a:r>
          </a:p>
          <a:p>
            <a:pPr eaLnBrk="1" hangingPunct="1">
              <a:lnSpc>
                <a:spcPct val="120000"/>
              </a:lnSpc>
            </a:pPr>
            <a:r>
              <a:rPr lang="en-US" dirty="0"/>
              <a:t>Throwing oneself in the air</a:t>
            </a:r>
          </a:p>
          <a:p>
            <a:pPr eaLnBrk="1" hangingPunct="1">
              <a:lnSpc>
                <a:spcPct val="120000"/>
              </a:lnSpc>
            </a:pPr>
            <a:r>
              <a:rPr lang="en-US" dirty="0"/>
              <a:t>Shouting in admiration</a:t>
            </a:r>
          </a:p>
        </p:txBody>
      </p:sp>
      <p:sp>
        <p:nvSpPr>
          <p:cNvPr id="4" name="Date Placeholder 3"/>
          <p:cNvSpPr>
            <a:spLocks noGrp="1"/>
          </p:cNvSpPr>
          <p:nvPr>
            <p:ph type="dt" sz="half" idx="10"/>
          </p:nvPr>
        </p:nvSpPr>
        <p:spPr/>
        <p:txBody>
          <a:bodyPr/>
          <a:lstStyle/>
          <a:p>
            <a:pPr>
              <a:defRPr/>
            </a:pPr>
            <a:fld id="{C1160699-5BB5-4085-9C08-CF9ECB60A6C8}" type="datetime4">
              <a:rPr lang="en-US"/>
              <a:pPr>
                <a:defRPr/>
              </a:pPr>
              <a:t>May 24, 2023</a:t>
            </a:fld>
            <a:endParaRPr lang="en-US"/>
          </a:p>
        </p:txBody>
      </p:sp>
      <p:sp>
        <p:nvSpPr>
          <p:cNvPr id="6" name="Slide Number Placeholder 5"/>
          <p:cNvSpPr>
            <a:spLocks noGrp="1"/>
          </p:cNvSpPr>
          <p:nvPr>
            <p:ph type="sldNum" sz="quarter" idx="12"/>
          </p:nvPr>
        </p:nvSpPr>
        <p:spPr/>
        <p:txBody>
          <a:bodyPr/>
          <a:lstStyle/>
          <a:p>
            <a:pPr>
              <a:defRPr/>
            </a:pPr>
            <a:fld id="{6C1CF448-F911-4571-A5C1-DF6CD6A64496}" type="slidenum">
              <a:rPr lang="en-US"/>
              <a:pPr>
                <a:defRPr/>
              </a:pPr>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3" name="Rectangle 2"/>
          <p:cNvSpPr>
            <a:spLocks noGrp="1" noChangeArrowheads="1"/>
          </p:cNvSpPr>
          <p:nvPr>
            <p:ph type="title"/>
          </p:nvPr>
        </p:nvSpPr>
        <p:spPr/>
        <p:txBody>
          <a:bodyPr/>
          <a:lstStyle/>
          <a:p>
            <a:pPr eaLnBrk="1" hangingPunct="1"/>
            <a:r>
              <a:rPr lang="en-US"/>
              <a:t>The Ninth Rasa</a:t>
            </a:r>
          </a:p>
        </p:txBody>
      </p:sp>
      <p:sp>
        <p:nvSpPr>
          <p:cNvPr id="32774" name="Rectangle 3"/>
          <p:cNvSpPr>
            <a:spLocks noGrp="1" noChangeArrowheads="1"/>
          </p:cNvSpPr>
          <p:nvPr>
            <p:ph idx="1"/>
          </p:nvPr>
        </p:nvSpPr>
        <p:spPr>
          <a:xfrm>
            <a:off x="685800" y="1066800"/>
            <a:ext cx="7772400" cy="4114800"/>
          </a:xfrm>
        </p:spPr>
        <p:txBody>
          <a:bodyPr/>
          <a:lstStyle/>
          <a:p>
            <a:pPr eaLnBrk="1" hangingPunct="1"/>
            <a:r>
              <a:rPr lang="en-US" dirty="0"/>
              <a:t>The ninth Rasa that has been added later on is: </a:t>
            </a:r>
            <a:r>
              <a:rPr lang="en-US" dirty="0" err="1"/>
              <a:t>Shanta</a:t>
            </a:r>
            <a:endParaRPr lang="en-US" dirty="0"/>
          </a:p>
          <a:p>
            <a:pPr eaLnBrk="1" hangingPunct="1"/>
            <a:r>
              <a:rPr lang="en-US" dirty="0"/>
              <a:t>The </a:t>
            </a:r>
            <a:r>
              <a:rPr lang="en-US" dirty="0" err="1"/>
              <a:t>bhava</a:t>
            </a:r>
            <a:r>
              <a:rPr lang="en-US" dirty="0"/>
              <a:t> associated with this Rasa is: </a:t>
            </a:r>
            <a:r>
              <a:rPr lang="en-US" dirty="0" err="1"/>
              <a:t>Nirveda</a:t>
            </a:r>
            <a:endParaRPr lang="en-US" dirty="0"/>
          </a:p>
          <a:p>
            <a:pPr eaLnBrk="1" hangingPunct="1">
              <a:buFontTx/>
              <a:buNone/>
            </a:pPr>
            <a:endParaRPr lang="en-US" dirty="0"/>
          </a:p>
          <a:p>
            <a:pPr eaLnBrk="1" hangingPunct="1"/>
            <a:endParaRPr lang="en-US" dirty="0"/>
          </a:p>
        </p:txBody>
      </p:sp>
      <p:sp>
        <p:nvSpPr>
          <p:cNvPr id="4" name="Date Placeholder 3"/>
          <p:cNvSpPr>
            <a:spLocks noGrp="1"/>
          </p:cNvSpPr>
          <p:nvPr>
            <p:ph type="dt" sz="half" idx="10"/>
          </p:nvPr>
        </p:nvSpPr>
        <p:spPr/>
        <p:txBody>
          <a:bodyPr/>
          <a:lstStyle/>
          <a:p>
            <a:pPr>
              <a:defRPr/>
            </a:pPr>
            <a:fld id="{B3AF094B-8080-4161-8F39-ACFAB9C72528}" type="datetime4">
              <a:rPr lang="en-US"/>
              <a:pPr>
                <a:defRPr/>
              </a:pPr>
              <a:t>May 24, 2023</a:t>
            </a:fld>
            <a:endParaRPr lang="en-US"/>
          </a:p>
        </p:txBody>
      </p:sp>
      <p:sp>
        <p:nvSpPr>
          <p:cNvPr id="6" name="Slide Number Placeholder 5"/>
          <p:cNvSpPr>
            <a:spLocks noGrp="1"/>
          </p:cNvSpPr>
          <p:nvPr>
            <p:ph type="sldNum" sz="quarter" idx="12"/>
          </p:nvPr>
        </p:nvSpPr>
        <p:spPr/>
        <p:txBody>
          <a:bodyPr/>
          <a:lstStyle/>
          <a:p>
            <a:pPr>
              <a:defRPr/>
            </a:pPr>
            <a:fld id="{8F7DAD1D-0677-40FF-9D20-7D910C225A19}" type="slidenum">
              <a:rPr lang="en-US"/>
              <a:pPr>
                <a:defRPr/>
              </a:pPr>
              <a:t>46</a:t>
            </a:fld>
            <a:endParaRPr lang="en-US"/>
          </a:p>
        </p:txBody>
      </p:sp>
    </p:spTree>
  </p:cSld>
  <p:clrMapOvr>
    <a:masterClrMapping/>
  </p:clrMapOvr>
</p:sld>
</file>

<file path=ppt/theme/theme1.xml><?xml version="1.0" encoding="utf-8"?>
<a:theme xmlns:a="http://schemas.openxmlformats.org/drawingml/2006/main" name="Custom Design">
  <a:themeElements>
    <a:clrScheme name="Custom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Custom Design">
      <a:majorFont>
        <a:latin typeface="Tahoma"/>
        <a:ea typeface=""/>
        <a:cs typeface=""/>
      </a:majorFont>
      <a:minorFont>
        <a:latin typeface="Tahom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Custom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Custom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Custom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Custom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Custom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Custom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Custom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Custom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Custom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Custom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Custom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Custom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791</TotalTime>
  <Words>1823</Words>
  <Application>Microsoft Macintosh PowerPoint</Application>
  <PresentationFormat>On-screen Show (4:3)</PresentationFormat>
  <Paragraphs>511</Paragraphs>
  <Slides>46</Slides>
  <Notes>40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46</vt:i4>
      </vt:variant>
    </vt:vector>
  </HeadingPairs>
  <TitlesOfParts>
    <vt:vector size="50" baseType="lpstr">
      <vt:lpstr>Calibri</vt:lpstr>
      <vt:lpstr>Tahoma</vt:lpstr>
      <vt:lpstr>Times New Roman</vt:lpstr>
      <vt:lpstr>Custom Design</vt:lpstr>
      <vt:lpstr>NATYA SHASTRA</vt:lpstr>
      <vt:lpstr>Objectives of this session</vt:lpstr>
      <vt:lpstr>What is Natya Shastra? </vt:lpstr>
      <vt:lpstr>Who and When of Natya Shastra?</vt:lpstr>
      <vt:lpstr>Contribution of Natya Shastra to World Dramaturgy</vt:lpstr>
      <vt:lpstr>The Concept of ‘Bhava’</vt:lpstr>
      <vt:lpstr>Bhava</vt:lpstr>
      <vt:lpstr>Classification Of Bhava</vt:lpstr>
      <vt:lpstr>Sthayi Bhava</vt:lpstr>
      <vt:lpstr>Sthayi Bhava</vt:lpstr>
      <vt:lpstr>Vyabhichari Bhava</vt:lpstr>
      <vt:lpstr>The Vyabhicari Bhava</vt:lpstr>
      <vt:lpstr>The Sattvika Bhava</vt:lpstr>
      <vt:lpstr>Sattvika Bhava</vt:lpstr>
      <vt:lpstr>Definition</vt:lpstr>
      <vt:lpstr>Understanding ‘Rasa’</vt:lpstr>
      <vt:lpstr>Relishing Rasa</vt:lpstr>
      <vt:lpstr>The Rasas</vt:lpstr>
      <vt:lpstr>The 4 Permanent Rasas</vt:lpstr>
      <vt:lpstr>Number of Sthayi Bhava</vt:lpstr>
      <vt:lpstr>Rasa Sutra</vt:lpstr>
      <vt:lpstr>The Relishing Process in Art Creation</vt:lpstr>
      <vt:lpstr>Naba Rasa</vt:lpstr>
      <vt:lpstr>Shrngra Rasa</vt:lpstr>
      <vt:lpstr>Srngara Rasa</vt:lpstr>
      <vt:lpstr>Types of Srngara</vt:lpstr>
      <vt:lpstr>Acting it out (Anubhavas for love in union)</vt:lpstr>
      <vt:lpstr>Acting it out (Anubhavas for love in separation)</vt:lpstr>
      <vt:lpstr>Hasya Rasa</vt:lpstr>
      <vt:lpstr>Types of Hasya Rasa</vt:lpstr>
      <vt:lpstr>Acting it Out (Characteristic of the noble)</vt:lpstr>
      <vt:lpstr>Acting it Out (Characteristic of the common)</vt:lpstr>
      <vt:lpstr>Acting it Out (Characteristic of the low)</vt:lpstr>
      <vt:lpstr>Karuna Rasa</vt:lpstr>
      <vt:lpstr>Acting it Out (Karuna Rasa)</vt:lpstr>
      <vt:lpstr>Roudra Rasa</vt:lpstr>
      <vt:lpstr>Acting it Out (Roudra Rasa)</vt:lpstr>
      <vt:lpstr>Vira Rasa</vt:lpstr>
      <vt:lpstr>Acting it Out (Vira Rasa)</vt:lpstr>
      <vt:lpstr>Bhayanaka Rasa</vt:lpstr>
      <vt:lpstr>Acting it Out (Bhayanaka Rasa)</vt:lpstr>
      <vt:lpstr>Bibhatsa Rasa</vt:lpstr>
      <vt:lpstr>Acting it Out (Bibhatsa Rasa)</vt:lpstr>
      <vt:lpstr>Adbhuta Rasa</vt:lpstr>
      <vt:lpstr>Acting it Out (Adbhuta Rasa)</vt:lpstr>
      <vt:lpstr>The Ninth Rasa</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Relishing Rasa</dc:title>
  <dc:creator>soham</dc:creator>
  <cp:lastModifiedBy>Leesa Mohanty</cp:lastModifiedBy>
  <cp:revision>128</cp:revision>
  <dcterms:created xsi:type="dcterms:W3CDTF">2007-05-22T19:57:35Z</dcterms:created>
  <dcterms:modified xsi:type="dcterms:W3CDTF">2023-05-24T12:21:05Z</dcterms:modified>
</cp:coreProperties>
</file>